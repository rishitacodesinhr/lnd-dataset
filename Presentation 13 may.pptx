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 id="2147483881" r:id="rId5"/>
    <p:sldMasterId id="2147483942" r:id="rId6"/>
  </p:sldMasterIdLst>
  <p:notesMasterIdLst>
    <p:notesMasterId r:id="rId34"/>
  </p:notesMasterIdLst>
  <p:sldIdLst>
    <p:sldId id="268" r:id="rId7"/>
    <p:sldId id="2145706662" r:id="rId8"/>
    <p:sldId id="258" r:id="rId9"/>
    <p:sldId id="2147483383" r:id="rId10"/>
    <p:sldId id="2147483374" r:id="rId11"/>
    <p:sldId id="2147483380" r:id="rId12"/>
    <p:sldId id="259" r:id="rId13"/>
    <p:sldId id="2147483384" r:id="rId14"/>
    <p:sldId id="2147483385" r:id="rId15"/>
    <p:sldId id="276" r:id="rId16"/>
    <p:sldId id="295" r:id="rId17"/>
    <p:sldId id="308" r:id="rId18"/>
    <p:sldId id="257" r:id="rId19"/>
    <p:sldId id="256" r:id="rId20"/>
    <p:sldId id="260" r:id="rId21"/>
    <p:sldId id="2147483386" r:id="rId22"/>
    <p:sldId id="2147483387" r:id="rId23"/>
    <p:sldId id="2147483388" r:id="rId24"/>
    <p:sldId id="2147483393" r:id="rId25"/>
    <p:sldId id="262" r:id="rId26"/>
    <p:sldId id="2147483302" r:id="rId27"/>
    <p:sldId id="265" r:id="rId28"/>
    <p:sldId id="2147483390" r:id="rId29"/>
    <p:sldId id="2147483395" r:id="rId30"/>
    <p:sldId id="2147483394" r:id="rId31"/>
    <p:sldId id="2147483396" r:id="rId32"/>
    <p:sldId id="2147483392" r:id="rId33"/>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8"/>
            <p14:sldId id="2145706662"/>
            <p14:sldId id="258"/>
            <p14:sldId id="2147483383"/>
            <p14:sldId id="2147483374"/>
            <p14:sldId id="2147483380"/>
            <p14:sldId id="259"/>
            <p14:sldId id="2147483384"/>
            <p14:sldId id="2147483385"/>
            <p14:sldId id="276"/>
            <p14:sldId id="295"/>
            <p14:sldId id="308"/>
            <p14:sldId id="257"/>
            <p14:sldId id="256"/>
            <p14:sldId id="260"/>
            <p14:sldId id="2147483386"/>
            <p14:sldId id="2147483387"/>
            <p14:sldId id="2147483388"/>
            <p14:sldId id="2147483393"/>
            <p14:sldId id="262"/>
            <p14:sldId id="2147483302"/>
            <p14:sldId id="265"/>
            <p14:sldId id="2147483390"/>
            <p14:sldId id="2147483395"/>
            <p14:sldId id="2147483394"/>
            <p14:sldId id="2147483396"/>
            <p14:sldId id="2147483392"/>
          </p14:sldIdLst>
        </p14:section>
        <p14:section name="Additional slides" id="{34E4D8AC-CBD9-4474-9D00-1E400B4E71F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323"/>
    <a:srgbClr val="000000"/>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66514B-BCB9-4A90-BE2E-055A9892E3D6}" v="1" dt="2026-05-13T11:04:15.4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891" autoAdjust="0"/>
    <p:restoredTop sz="96301" autoAdjust="0"/>
  </p:normalViewPr>
  <p:slideViewPr>
    <p:cSldViewPr>
      <p:cViewPr>
        <p:scale>
          <a:sx n="75" d="100"/>
          <a:sy n="75" d="100"/>
        </p:scale>
        <p:origin x="60" y="24"/>
      </p:cViewPr>
      <p:guideLst/>
    </p:cSldViewPr>
  </p:slideViewPr>
  <p:outlineViewPr>
    <p:cViewPr>
      <p:scale>
        <a:sx n="33" d="100"/>
        <a:sy n="33" d="100"/>
      </p:scale>
      <p:origin x="0" y="-552"/>
    </p:cViewPr>
  </p:outlineViewPr>
  <p:notesTextViewPr>
    <p:cViewPr>
      <p:scale>
        <a:sx n="1" d="1"/>
        <a:sy n="1" d="1"/>
      </p:scale>
      <p:origin x="0" y="0"/>
    </p:cViewPr>
  </p:notesTextViewPr>
  <p:sorterViewPr>
    <p:cViewPr>
      <p:scale>
        <a:sx n="100" d="100"/>
        <a:sy n="100" d="100"/>
      </p:scale>
      <p:origin x="0" y="-227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21" Type="http://schemas.openxmlformats.org/officeDocument/2006/relationships/slide" Target="slides/slide15.xml"/><Relationship Id="rId34"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05/11/2026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8.png"/><Relationship Id="rId3" Type="http://schemas.openxmlformats.org/officeDocument/2006/relationships/tags" Target="../tags/tag3.xml"/><Relationship Id="rId7" Type="http://schemas.openxmlformats.org/officeDocument/2006/relationships/image" Target="../media/image5.png"/><Relationship Id="rId12" Type="http://schemas.openxmlformats.org/officeDocument/2006/relationships/hyperlink" Target="http://www.linkedin.com/company/capgemini"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7.png"/><Relationship Id="rId5" Type="http://schemas.openxmlformats.org/officeDocument/2006/relationships/slideMaster" Target="../slideMasters/slideMaster1.xml"/><Relationship Id="rId1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tags" Target="../tags/tag4.xml"/><Relationship Id="rId9" Type="http://schemas.openxmlformats.org/officeDocument/2006/relationships/image" Target="../media/image6.png"/><Relationship Id="rId14" Type="http://schemas.openxmlformats.org/officeDocument/2006/relationships/hyperlink" Target="https://www.instagram.com/capgemini/" TargetMode="External"/></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58.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2.png"/><Relationship Id="rId18" Type="http://schemas.openxmlformats.org/officeDocument/2006/relationships/hyperlink" Target="https://www.instagram.com/capgemini/" TargetMode="External"/><Relationship Id="rId3" Type="http://schemas.openxmlformats.org/officeDocument/2006/relationships/tags" Target="../tags/tag7.xml"/><Relationship Id="rId7" Type="http://schemas.openxmlformats.org/officeDocument/2006/relationships/image" Target="../media/image1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6.xml"/><Relationship Id="rId16" Type="http://schemas.openxmlformats.org/officeDocument/2006/relationships/image" Target="../media/image13.png"/><Relationship Id="rId20" Type="http://schemas.microsoft.com/office/2007/relationships/hdphoto" Target="../media/hdphoto10.wdp"/><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1.png"/><Relationship Id="rId19" Type="http://schemas.openxmlformats.org/officeDocument/2006/relationships/image" Target="../media/image14.png"/><Relationship Id="rId4" Type="http://schemas.openxmlformats.org/officeDocument/2006/relationships/tags" Target="../tags/tag8.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16.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0.png"/><Relationship Id="rId7" Type="http://schemas.microsoft.com/office/2007/relationships/hdphoto" Target="../media/hdphoto7.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117.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2.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2.png"/><Relationship Id="rId18" Type="http://schemas.openxmlformats.org/officeDocument/2006/relationships/hyperlink" Target="https://www.instagram.com/capgemini/" TargetMode="External"/><Relationship Id="rId3" Type="http://schemas.openxmlformats.org/officeDocument/2006/relationships/tags" Target="../tags/tag11.xml"/><Relationship Id="rId7" Type="http://schemas.openxmlformats.org/officeDocument/2006/relationships/image" Target="../media/image10.png"/><Relationship Id="rId12" Type="http://schemas.openxmlformats.org/officeDocument/2006/relationships/hyperlink" Target="http://www.facebook.com/capgemini" TargetMode="External"/><Relationship Id="rId17" Type="http://schemas.microsoft.com/office/2007/relationships/hdphoto" Target="../media/hdphoto9.wdp"/><Relationship Id="rId2" Type="http://schemas.openxmlformats.org/officeDocument/2006/relationships/tags" Target="../tags/tag10.xml"/><Relationship Id="rId16" Type="http://schemas.openxmlformats.org/officeDocument/2006/relationships/image" Target="../media/image13.png"/><Relationship Id="rId20" Type="http://schemas.microsoft.com/office/2007/relationships/hdphoto" Target="../media/hdphoto10.wdp"/><Relationship Id="rId1" Type="http://schemas.openxmlformats.org/officeDocument/2006/relationships/tags" Target="../tags/tag9.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7.wdp"/><Relationship Id="rId5" Type="http://schemas.openxmlformats.org/officeDocument/2006/relationships/slideMaster" Target="../slideMasters/slideMaster3.xml"/><Relationship Id="rId15" Type="http://schemas.openxmlformats.org/officeDocument/2006/relationships/hyperlink" Target="http://www.linkedin.com/company/capgemini" TargetMode="External"/><Relationship Id="rId10" Type="http://schemas.openxmlformats.org/officeDocument/2006/relationships/image" Target="../media/image11.png"/><Relationship Id="rId19" Type="http://schemas.openxmlformats.org/officeDocument/2006/relationships/image" Target="../media/image14.png"/><Relationship Id="rId4" Type="http://schemas.openxmlformats.org/officeDocument/2006/relationships/tags" Target="../tags/tag12.xml"/><Relationship Id="rId9" Type="http://schemas.openxmlformats.org/officeDocument/2006/relationships/hyperlink" Target="http://www.youtube.com/capgeminimedia" TargetMode="External"/><Relationship Id="rId14" Type="http://schemas.microsoft.com/office/2007/relationships/hdphoto" Target="../media/hdphoto8.wdp"/></Relationships>
</file>

<file path=ppt/slideLayouts/_rels/slideLayout175.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0.png"/><Relationship Id="rId7" Type="http://schemas.microsoft.com/office/2007/relationships/hdphoto" Target="../media/hdphoto7.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3.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176.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3.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217657012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366648962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7046426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97521894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15864587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29932165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214179722"/>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1519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309262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476102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802733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33383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337874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dirty="0"/>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026274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443448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Tree>
    <p:extLst>
      <p:ext uri="{BB962C8B-B14F-4D97-AF65-F5344CB8AC3E}">
        <p14:creationId xmlns:p14="http://schemas.microsoft.com/office/powerpoint/2010/main" val="2221377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82144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45880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59444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034543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220210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523306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81565469"/>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49126935"/>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716415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dirty="0"/>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4283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50BC5634-6A28-9D33-20CF-70AC9E959BE7}"/>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8532550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endParaRPr lang="en-US" dirty="0"/>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1201315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397617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4830084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2378107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397199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3237992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450644737"/>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68109750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tx1"/>
                </a:solidFill>
                <a:latin typeface="+mn-lt"/>
              </a:rPr>
              <a:t>w</a:t>
            </a:r>
            <a:r>
              <a:rPr lang="en-US" sz="1050" dirty="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81F7FEC-E6B6-10B8-AA55-DB9407CA974C}"/>
              </a:ext>
            </a:extLst>
          </p:cNvPr>
          <p:cNvSpPr/>
          <p:nvPr userDrawn="1"/>
        </p:nvSpPr>
        <p:spPr>
          <a:xfrm>
            <a:off x="0" y="0"/>
            <a:ext cx="8904287" cy="6858000"/>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0" name="Group 2">
            <a:extLst>
              <a:ext uri="{FF2B5EF4-FFF2-40B4-BE49-F238E27FC236}">
                <a16:creationId xmlns:a16="http://schemas.microsoft.com/office/drawing/2014/main" id="{20C282E8-B779-5DAA-704A-E50E7544BA37}"/>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1" name="Freeform: Shape 4">
              <a:extLst>
                <a:ext uri="{FF2B5EF4-FFF2-40B4-BE49-F238E27FC236}">
                  <a16:creationId xmlns:a16="http://schemas.microsoft.com/office/drawing/2014/main" id="{FA575874-5246-9781-3E42-3E1A78C02D61}"/>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2" name="Freeform: Shape 5">
              <a:extLst>
                <a:ext uri="{FF2B5EF4-FFF2-40B4-BE49-F238E27FC236}">
                  <a16:creationId xmlns:a16="http://schemas.microsoft.com/office/drawing/2014/main" id="{A34D361E-7FD8-EBFB-E2BD-F6CC08453E5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6" name="Freeform: Shape 6">
              <a:extLst>
                <a:ext uri="{FF2B5EF4-FFF2-40B4-BE49-F238E27FC236}">
                  <a16:creationId xmlns:a16="http://schemas.microsoft.com/office/drawing/2014/main" id="{7EA8E7DF-6815-A75C-34E5-FAC28FCC42E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17" name="Freeform: Shape 7">
              <a:extLst>
                <a:ext uri="{FF2B5EF4-FFF2-40B4-BE49-F238E27FC236}">
                  <a16:creationId xmlns:a16="http://schemas.microsoft.com/office/drawing/2014/main" id="{8C699B9F-B193-13FA-93D2-36054DF8725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18" name="Freeform: Shape 8">
              <a:extLst>
                <a:ext uri="{FF2B5EF4-FFF2-40B4-BE49-F238E27FC236}">
                  <a16:creationId xmlns:a16="http://schemas.microsoft.com/office/drawing/2014/main" id="{2B783872-07DC-0926-4F3C-B0E6983D69A1}"/>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19" name="Rectangle 18">
            <a:extLst>
              <a:ext uri="{FF2B5EF4-FFF2-40B4-BE49-F238E27FC236}">
                <a16:creationId xmlns:a16="http://schemas.microsoft.com/office/drawing/2014/main" id="{9C789090-3FD4-F46C-7832-E4588D7057D9}"/>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Title 1">
            <a:extLst>
              <a:ext uri="{FF2B5EF4-FFF2-40B4-BE49-F238E27FC236}">
                <a16:creationId xmlns:a16="http://schemas.microsoft.com/office/drawing/2014/main" id="{C0D8861B-6BA5-0B37-A5AA-9F33E227B5AC}"/>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tx1"/>
                </a:solidFill>
                <a:latin typeface="Ubuntu Light" panose="020B0304030602030204" pitchFamily="34" charset="0"/>
              </a:defRPr>
            </a:lvl1pPr>
          </a:lstStyle>
          <a:p>
            <a:pPr lvl="0"/>
            <a:r>
              <a:rPr lang="en-GB"/>
              <a:t>Click to edit Master title style</a:t>
            </a:r>
            <a:endParaRPr lang="en-PL" dirty="0"/>
          </a:p>
        </p:txBody>
      </p:sp>
      <p:sp>
        <p:nvSpPr>
          <p:cNvPr id="25" name="Text Placeholder 3">
            <a:extLst>
              <a:ext uri="{FF2B5EF4-FFF2-40B4-BE49-F238E27FC236}">
                <a16:creationId xmlns:a16="http://schemas.microsoft.com/office/drawing/2014/main" id="{3B9374BA-C8B1-A1D0-9A65-333E33117246}"/>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26" name="Text Placeholder 3">
            <a:extLst>
              <a:ext uri="{FF2B5EF4-FFF2-40B4-BE49-F238E27FC236}">
                <a16:creationId xmlns:a16="http://schemas.microsoft.com/office/drawing/2014/main" id="{F387357E-4D3C-156F-CE48-0326D02177F5}"/>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tx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40076984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bg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02158862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229200"/>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284837401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395281267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99460998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556792"/>
            <a:ext cx="6578080" cy="3661697"/>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32080983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64947039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28814142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277796913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A375B4AB-07EC-1162-5248-1C3D791A2711}"/>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205077176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5373235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13921474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7DCE2D01-5178-113C-9D30-34E1AB5BB651}"/>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41455607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A022EE47-7265-260F-F3DB-845EB02DA2C7}"/>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553291F0-B51D-C4C4-3EAA-0065D33DB519}"/>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037A4E75-96BD-40C1-5426-1D75197D48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7841094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4A817565-9001-247F-79DD-05918F3A13BF}"/>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69AA6FDE-53A6-F991-A1A2-36AF59A49000}"/>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73289802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E4E09432-1824-48BF-4678-9A3E1562F231}"/>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E8A50932-2E80-C5EC-7853-F3BA34143231}"/>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732652E2-11A3-1387-27B0-C86F73B26234}"/>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8" name="Logo Placeholder 7">
            <a:extLst>
              <a:ext uri="{FF2B5EF4-FFF2-40B4-BE49-F238E27FC236}">
                <a16:creationId xmlns:a16="http://schemas.microsoft.com/office/drawing/2014/main" id="{2DE1BECE-A8F3-1358-F70E-DB7EF1EEFAA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767693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949022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Title 12">
            <a:extLst>
              <a:ext uri="{FF2B5EF4-FFF2-40B4-BE49-F238E27FC236}">
                <a16:creationId xmlns:a16="http://schemas.microsoft.com/office/drawing/2014/main" id="{30BE1DE0-7B8D-A4C3-EA0D-4824A70F97F9}"/>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Tree>
    <p:extLst>
      <p:ext uri="{BB962C8B-B14F-4D97-AF65-F5344CB8AC3E}">
        <p14:creationId xmlns:p14="http://schemas.microsoft.com/office/powerpoint/2010/main" val="198057357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Chapter Placeholder 2">
            <a:extLst>
              <a:ext uri="{FF2B5EF4-FFF2-40B4-BE49-F238E27FC236}">
                <a16:creationId xmlns:a16="http://schemas.microsoft.com/office/drawing/2014/main" id="{2ECCA611-4AEA-C1EC-9E6B-F6818DB50D9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4" name="Title Placeholder 4">
            <a:extLst>
              <a:ext uri="{FF2B5EF4-FFF2-40B4-BE49-F238E27FC236}">
                <a16:creationId xmlns:a16="http://schemas.microsoft.com/office/drawing/2014/main" id="{F4E956F7-49AF-0BBF-1207-CAA11B222A12}"/>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Tree>
    <p:extLst>
      <p:ext uri="{BB962C8B-B14F-4D97-AF65-F5344CB8AC3E}">
        <p14:creationId xmlns:p14="http://schemas.microsoft.com/office/powerpoint/2010/main" val="26838340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C310A6D-6600-239B-8AB7-9F213BE856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BE4FCCA3-D186-881A-F8F9-FAD63E77FCD6}"/>
              </a:ext>
            </a:extLst>
          </p:cNvPr>
          <p:cNvSpPr>
            <a:spLocks noGrp="1"/>
          </p:cNvSpPr>
          <p:nvPr>
            <p:ph type="title"/>
          </p:nvPr>
        </p:nvSpPr>
        <p:spPr>
          <a:xfrm>
            <a:off x="551384" y="549274"/>
            <a:ext cx="11090938"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912949AA-BBAB-39FE-34DD-4B7A7585BCC8}"/>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806915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7AB49DC0-9A6F-5983-33D3-3E19784B7451}"/>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8CE59D7-6737-BC77-41E7-9DA4EBC4CA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4AF277A0-AAB9-58E5-ECE3-4BA30DE0B56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1681524C-2723-222A-EF3E-A6A71511B34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42920295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itle 4">
            <a:extLst>
              <a:ext uri="{FF2B5EF4-FFF2-40B4-BE49-F238E27FC236}">
                <a16:creationId xmlns:a16="http://schemas.microsoft.com/office/drawing/2014/main" id="{BD5EDBD2-7CB3-3B90-8F7D-B26B4D96A234}"/>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7" name="Text Placeholder 9">
            <a:extLst>
              <a:ext uri="{FF2B5EF4-FFF2-40B4-BE49-F238E27FC236}">
                <a16:creationId xmlns:a16="http://schemas.microsoft.com/office/drawing/2014/main" id="{83E02E1C-E550-FA68-FFBE-272C2D3E9C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Tree>
    <p:extLst>
      <p:ext uri="{BB962C8B-B14F-4D97-AF65-F5344CB8AC3E}">
        <p14:creationId xmlns:p14="http://schemas.microsoft.com/office/powerpoint/2010/main" val="9372328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7476346E-B67E-3335-BC53-C0A47DC697D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E247F24C-C5EA-0415-2ACD-25B6F1ECAB2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hapter Placeholder 2">
            <a:extLst>
              <a:ext uri="{FF2B5EF4-FFF2-40B4-BE49-F238E27FC236}">
                <a16:creationId xmlns:a16="http://schemas.microsoft.com/office/drawing/2014/main" id="{E4CCE872-49CB-FE3F-D589-BAE402FBE5A0}"/>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2938602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9" name="Text Placeholder 10">
            <a:extLst>
              <a:ext uri="{FF2B5EF4-FFF2-40B4-BE49-F238E27FC236}">
                <a16:creationId xmlns:a16="http://schemas.microsoft.com/office/drawing/2014/main" id="{EF7D112D-CF86-9903-FCF9-024966E5A7EA}"/>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5458BDF8-BB24-0D29-94B4-F423C93F44C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21" name="Text Placeholder 9">
            <a:extLst>
              <a:ext uri="{FF2B5EF4-FFF2-40B4-BE49-F238E27FC236}">
                <a16:creationId xmlns:a16="http://schemas.microsoft.com/office/drawing/2014/main" id="{7AE5FA2C-1A96-2175-F4F5-70B221AA3D29}"/>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22" name="Title 4">
            <a:extLst>
              <a:ext uri="{FF2B5EF4-FFF2-40B4-BE49-F238E27FC236}">
                <a16:creationId xmlns:a16="http://schemas.microsoft.com/office/drawing/2014/main" id="{7AD621F6-B896-05B0-78CA-94FF6A0C4B82}"/>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23" name="Content Placeholder 5">
            <a:extLst>
              <a:ext uri="{FF2B5EF4-FFF2-40B4-BE49-F238E27FC236}">
                <a16:creationId xmlns:a16="http://schemas.microsoft.com/office/drawing/2014/main" id="{BADFCA13-C5E7-F36F-F3A3-396A01287FA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0632854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tx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1" name="Text Placeholder 9">
            <a:extLst>
              <a:ext uri="{FF2B5EF4-FFF2-40B4-BE49-F238E27FC236}">
                <a16:creationId xmlns:a16="http://schemas.microsoft.com/office/drawing/2014/main" id="{9227D1AD-4121-769A-C63E-C1618CC3A08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605C4000-3452-D432-3F41-7665FAA66E95}"/>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334D853-436F-B3A1-B5BF-E1A6F18D61BA}"/>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Chapter Placeholder 2">
            <a:extLst>
              <a:ext uri="{FF2B5EF4-FFF2-40B4-BE49-F238E27FC236}">
                <a16:creationId xmlns:a16="http://schemas.microsoft.com/office/drawing/2014/main" id="{D66D50B7-BB7C-8EA2-1B91-E95F5D828D19}"/>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D9387F81-35B0-5179-10F9-DACD7BA877F0}"/>
              </a:ext>
            </a:extLst>
          </p:cNvPr>
          <p:cNvSpPr>
            <a:spLocks noGrp="1"/>
          </p:cNvSpPr>
          <p:nvPr>
            <p:ph type="body" sz="quarter" idx="27"/>
          </p:nvPr>
        </p:nvSpPr>
        <p:spPr>
          <a:xfrm>
            <a:off x="4655841" y="1634286"/>
            <a:ext cx="698529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AC730ABB-D500-EA99-4B88-49DCD572296A}"/>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3404708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10">
            <a:extLst>
              <a:ext uri="{FF2B5EF4-FFF2-40B4-BE49-F238E27FC236}">
                <a16:creationId xmlns:a16="http://schemas.microsoft.com/office/drawing/2014/main" id="{451310E0-84B4-F98C-F3F7-72DA21763F45}"/>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0" name="Content Placeholder 20">
            <a:extLst>
              <a:ext uri="{FF2B5EF4-FFF2-40B4-BE49-F238E27FC236}">
                <a16:creationId xmlns:a16="http://schemas.microsoft.com/office/drawing/2014/main" id="{E141C255-5CEA-B30A-9789-9B0063D0603D}"/>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2F2A2FFD-9408-B87F-A8B5-3F762A928C7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77C0003-D8CE-E520-F373-C6F1FD458FE8}"/>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647B7035-6834-174D-19B7-E059C0EDBC1F}"/>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717648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890791F0-5611-8762-491F-3288972F8A9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7D7D6CCC-CCB2-BBCE-BFC1-4FD3FDF2F75E}"/>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C98F844E-BEDC-D2A5-9221-3F64757B1403}"/>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4FF38FCE-9407-FCCC-4D8D-A1B5E7FDA7E6}"/>
              </a:ext>
            </a:extLst>
          </p:cNvPr>
          <p:cNvSpPr>
            <a:spLocks noGrp="1"/>
          </p:cNvSpPr>
          <p:nvPr>
            <p:ph type="body" sz="quarter" idx="13" hasCustomPrompt="1"/>
          </p:nvPr>
        </p:nvSpPr>
        <p:spPr>
          <a:xfrm>
            <a:off x="550863" y="266219"/>
            <a:ext cx="518353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3B89F972-5445-C6F6-241E-7EAD43713722}"/>
              </a:ext>
            </a:extLst>
          </p:cNvPr>
          <p:cNvSpPr>
            <a:spLocks noGrp="1"/>
          </p:cNvSpPr>
          <p:nvPr>
            <p:ph type="body" sz="quarter" idx="27"/>
          </p:nvPr>
        </p:nvSpPr>
        <p:spPr>
          <a:xfrm>
            <a:off x="6456039" y="1634285"/>
            <a:ext cx="5185099"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61645DBC-455B-98A9-E811-CCBD77F184A8}"/>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25902611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DDD19F50-1409-118E-AB03-98F95B2F3EE7}"/>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1" name="Content Placeholder 20">
            <a:extLst>
              <a:ext uri="{FF2B5EF4-FFF2-40B4-BE49-F238E27FC236}">
                <a16:creationId xmlns:a16="http://schemas.microsoft.com/office/drawing/2014/main" id="{05F7808B-13C5-A300-6661-DDAC0F8FD841}"/>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3" name="Text Placeholder 9">
            <a:extLst>
              <a:ext uri="{FF2B5EF4-FFF2-40B4-BE49-F238E27FC236}">
                <a16:creationId xmlns:a16="http://schemas.microsoft.com/office/drawing/2014/main" id="{C823ED09-43A3-C822-6B3D-004C6F124AE0}"/>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8541A4B0-2050-E510-5DA5-3F29BEEB01CB}"/>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1CC04C3C-451C-6991-07F3-D0DFC821BF41}"/>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20441569"/>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tx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4" name="Text Placeholder 9">
            <a:extLst>
              <a:ext uri="{FF2B5EF4-FFF2-40B4-BE49-F238E27FC236}">
                <a16:creationId xmlns:a16="http://schemas.microsoft.com/office/drawing/2014/main" id="{BB58DC26-AB17-A114-5848-E16B716E4BC3}"/>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5" name="Title 4">
            <a:extLst>
              <a:ext uri="{FF2B5EF4-FFF2-40B4-BE49-F238E27FC236}">
                <a16:creationId xmlns:a16="http://schemas.microsoft.com/office/drawing/2014/main" id="{D14E6F8F-1FA2-7B27-92D9-A7B3C19F5484}"/>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6" name="Content Placeholder 5">
            <a:extLst>
              <a:ext uri="{FF2B5EF4-FFF2-40B4-BE49-F238E27FC236}">
                <a16:creationId xmlns:a16="http://schemas.microsoft.com/office/drawing/2014/main" id="{77B71408-106B-DF65-5F82-D38B11E407D4}"/>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7E17E17-8802-3B32-A07A-71C81B533228}"/>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33FA637F-3174-8027-1FE6-C62E91213B9A}"/>
              </a:ext>
            </a:extLst>
          </p:cNvPr>
          <p:cNvSpPr>
            <a:spLocks noGrp="1"/>
          </p:cNvSpPr>
          <p:nvPr>
            <p:ph type="body" sz="quarter" idx="27" hasCustomPrompt="1"/>
          </p:nvPr>
        </p:nvSpPr>
        <p:spPr>
          <a:xfrm>
            <a:off x="8328249" y="1634285"/>
            <a:ext cx="33128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C57FEDC4-FA50-8287-D2F2-B3E071310425}"/>
              </a:ext>
            </a:extLst>
          </p:cNvPr>
          <p:cNvSpPr>
            <a:spLocks noGrp="1"/>
          </p:cNvSpPr>
          <p:nvPr>
            <p:ph sz="quarter" idx="28"/>
          </p:nvPr>
        </p:nvSpPr>
        <p:spPr>
          <a:xfrm>
            <a:off x="8328249" y="2132856"/>
            <a:ext cx="3312890"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977595191"/>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Text Placeholder 10">
            <a:extLst>
              <a:ext uri="{FF2B5EF4-FFF2-40B4-BE49-F238E27FC236}">
                <a16:creationId xmlns:a16="http://schemas.microsoft.com/office/drawing/2014/main" id="{85C65DE2-D633-E9E4-C099-8D72DA0DABAE}"/>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9" name="Content Placeholder 20">
            <a:extLst>
              <a:ext uri="{FF2B5EF4-FFF2-40B4-BE49-F238E27FC236}">
                <a16:creationId xmlns:a16="http://schemas.microsoft.com/office/drawing/2014/main" id="{2DC5CD21-1091-DDC7-F3F6-A5263B3F1F65}"/>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1" name="Text Placeholder 9">
            <a:extLst>
              <a:ext uri="{FF2B5EF4-FFF2-40B4-BE49-F238E27FC236}">
                <a16:creationId xmlns:a16="http://schemas.microsoft.com/office/drawing/2014/main" id="{A29C74D3-EB0B-2DA9-A833-3D9125BEEEA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20DB9AC-B558-657F-DE0C-899A6E4B619F}"/>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57F29B67-372C-1601-5AA1-76CBE49F80F9}"/>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82709459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tx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D497DF30-993E-2DAE-FA33-CBD3CB7CEB27}"/>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E2829572-A7E5-F936-83E5-55B02476CCAB}"/>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6A9D5DB5-AACC-3AC1-74DE-FD8719741717}"/>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095C3F11-741D-6C4B-7C22-F34950120E7B}"/>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119D1CB9-0BDC-379D-9F95-80F46009C992}"/>
              </a:ext>
            </a:extLst>
          </p:cNvPr>
          <p:cNvSpPr>
            <a:spLocks noGrp="1"/>
          </p:cNvSpPr>
          <p:nvPr>
            <p:ph type="body" sz="quarter" idx="27" hasCustomPrompt="1"/>
          </p:nvPr>
        </p:nvSpPr>
        <p:spPr>
          <a:xfrm>
            <a:off x="9192343" y="1630817"/>
            <a:ext cx="2448795"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styles</a:t>
            </a:r>
          </a:p>
        </p:txBody>
      </p:sp>
      <p:sp>
        <p:nvSpPr>
          <p:cNvPr id="19" name="Content Placeholder 20">
            <a:extLst>
              <a:ext uri="{FF2B5EF4-FFF2-40B4-BE49-F238E27FC236}">
                <a16:creationId xmlns:a16="http://schemas.microsoft.com/office/drawing/2014/main" id="{E9AB145F-3EEE-DD29-2DCD-D04DCA8B8E79}"/>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5561509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0" name="Text Placeholder 10">
            <a:extLst>
              <a:ext uri="{FF2B5EF4-FFF2-40B4-BE49-F238E27FC236}">
                <a16:creationId xmlns:a16="http://schemas.microsoft.com/office/drawing/2014/main" id="{A330C55F-D744-2271-A744-FB08FEA9C3F2}"/>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1" name="Content Placeholder 20">
            <a:extLst>
              <a:ext uri="{FF2B5EF4-FFF2-40B4-BE49-F238E27FC236}">
                <a16:creationId xmlns:a16="http://schemas.microsoft.com/office/drawing/2014/main" id="{D0938303-9E4A-7951-5CF4-73A80E066CF3}"/>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12" name="Text Placeholder 9">
            <a:extLst>
              <a:ext uri="{FF2B5EF4-FFF2-40B4-BE49-F238E27FC236}">
                <a16:creationId xmlns:a16="http://schemas.microsoft.com/office/drawing/2014/main" id="{7C9639AC-5FFD-1253-4DC1-EBEDE1886A6D}"/>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1BB648A1-1B65-F77C-294B-40FC6142BE8F}"/>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49421495-E59F-EE66-99F1-D6DC0203F5DE}"/>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7207350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tx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529E6C84-64B2-00D3-F323-E02B98EC12C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4" name="Title 4">
            <a:extLst>
              <a:ext uri="{FF2B5EF4-FFF2-40B4-BE49-F238E27FC236}">
                <a16:creationId xmlns:a16="http://schemas.microsoft.com/office/drawing/2014/main" id="{5EB48A6D-F65C-9637-FFC5-76206881CBC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5" name="Content Placeholder 5">
            <a:extLst>
              <a:ext uri="{FF2B5EF4-FFF2-40B4-BE49-F238E27FC236}">
                <a16:creationId xmlns:a16="http://schemas.microsoft.com/office/drawing/2014/main" id="{07E02CCB-C71A-0339-72B0-EFB7FEF5AA0A}"/>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D558D76D-73AB-D804-717B-9457F8C63F55}"/>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B38ECBD-1578-338F-1830-325071613349}"/>
              </a:ext>
            </a:extLst>
          </p:cNvPr>
          <p:cNvSpPr>
            <a:spLocks noGrp="1"/>
          </p:cNvSpPr>
          <p:nvPr>
            <p:ph type="body" sz="quarter" idx="28"/>
          </p:nvPr>
        </p:nvSpPr>
        <p:spPr>
          <a:xfrm>
            <a:off x="9984432" y="1634285"/>
            <a:ext cx="165670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EE88E0BA-CEEC-AD04-5C1C-654A051DE48E}"/>
              </a:ext>
            </a:extLst>
          </p:cNvPr>
          <p:cNvSpPr>
            <a:spLocks noGrp="1"/>
          </p:cNvSpPr>
          <p:nvPr>
            <p:ph sz="quarter" idx="29"/>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0057AB"/>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6F3"/>
              </a:buClr>
              <a:buSzTx/>
              <a:buFont typeface="Arial" panose="020B0604020202020204" pitchFamily="34" charset="0"/>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11937"/>
              </a:buClr>
              <a:buSzTx/>
              <a:buFont typeface="System Font Regular"/>
              <a:buChar char="-"/>
              <a:tabLst/>
              <a:defRPr/>
            </a:pPr>
            <a:r>
              <a:rPr kumimoji="0" lang="en-GB" sz="1400" b="0" i="0" u="none" strike="noStrike" kern="1200" cap="none" spc="0" normalizeH="0" baseline="0" noProof="0" dirty="0">
                <a:ln>
                  <a:noFill/>
                </a:ln>
                <a:solidFill>
                  <a:srgbClr val="000000"/>
                </a:solidFill>
                <a:effectLst/>
                <a:uLnTx/>
                <a:uFillTx/>
                <a:latin typeface="Ubuntu"/>
                <a:ea typeface="+mn-ea"/>
                <a:cs typeface="+mn-cs"/>
              </a:rPr>
              <a:t>Fifth level</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52267897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08F229AB-200D-A118-A540-6775F6D62DD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764E1598-B47B-E5BD-C159-2B9A902D4D9E}"/>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429364270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EDF9C910-2A07-6DAD-11EA-E6FCA89F7C5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2CCBB290-7053-E876-1673-443C14B0392B}"/>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AC81B38A-0B51-DCD9-4354-65F64A9F375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9480536C-79D9-4EC7-B91E-29F094235468}"/>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2503779812"/>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96586190-EDB8-87A5-704C-30E2AA97082E}"/>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1B66A406-F032-9AB0-D649-45B683048DAD}"/>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8397EFAA-1129-D671-BD52-E2BD52EAB0A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84C92A5E-3524-FF94-FE2C-BFAACFF66950}"/>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656B9D4C-0B93-4560-8C79-17491E771934}"/>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4860CA35-F290-18CC-B66A-D9EBB6215B64}"/>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C3191F1B-BD82-D13B-4631-1CBF6FFEB4C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29573296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38AD294-E020-C9C4-B243-F1A1CB94FF4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0743423A-DBA3-9B0C-3161-5056E017E5B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1593D18A-5450-BCE6-253D-12C5E3C58B7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540E17C6-5E71-D15C-FA24-E7096C5A2BC6}"/>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D8A6D9B6-AEF0-43C0-A87B-93714CCFDB45}"/>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1E994A1F-D688-653A-23D6-331B35318495}"/>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3031062A-62FF-7149-D87E-41D663FE3E81}"/>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E3BABA6E-B6A1-AE5E-4371-45136C7CDF7F}"/>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61171659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8ED8937A-BDCD-1C7B-1031-CE36E36DF148}"/>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EC89BC23-B247-9DDB-EF08-3FB8A2422F52}"/>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57542F4C-7AB5-610A-068E-D782FDDC87E2}"/>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78FE6A9F-332D-4392-545F-E33BF8120F4D}"/>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28C29246-8E2C-9342-925A-78962EE46BB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193188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2BB60F9F-C17D-A0F2-AF4C-49B5D5D7DC56}"/>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62A6C567-3430-927B-43FF-5BC1BB1111C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A69C9BF3-1D84-E83B-A702-22DCB8A9B15F}"/>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C3EC2564-BBF6-EF4D-0128-CA29F00DBFB8}"/>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4045D8F7-351F-04E5-BF99-8BC0BF423F9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FAB55B73-3ED8-7A71-A6FD-93C471FD04F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37369196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7EBFDE81-F82C-5544-FDCA-40D6435BCE8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16C98FF9-D060-2DA2-5ED5-4A937D94042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9572CED7-C68E-814A-1E53-49A656B2E73E}"/>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4CF1D676-B151-8A5E-11EA-037E5AD0086B}"/>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0548478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542D666-F27A-51E7-78E4-62BFF13ADCB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62010C55-0E7B-F24A-E4DE-CCF1A7DB363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8FB67D90-FCD4-BEC9-CB50-68082B9A27E1}"/>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F4CED83C-2613-694F-4E6C-0429C3A7BC1A}"/>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192B5A24-39A9-FBCE-6DB2-89E62EC08B2F}"/>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02793400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1AD41556-BB62-5264-14D6-D81A2755A41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4A7765CD-012C-1577-2975-38307A5A418B}"/>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C0C10BFD-49FE-E2BD-4BD6-C2F1A38F7612}"/>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1B7A436E-3F0B-34DC-7555-3B31CBA16852}"/>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6771395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D33D77EA-B671-C92B-698F-72E2BA89FE2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0D34ED9-C893-6BA7-831D-59C9C1B36D63}"/>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8DDCB14-C537-C756-2E77-635D50ED990C}"/>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766C61-E34B-43D1-6914-2616FE5BE1C9}"/>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7D263BE5-A8C9-E719-4885-642AD84E918A}"/>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05166196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2FA9536-3E4F-60CB-6CF6-C0C1CC8CC1C3}"/>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661875BA-C3D3-6202-8BAC-EE8BB5C9CE6D}"/>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0C50E3C-BFB3-2BC5-ADFE-642AE1BC58D4}"/>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24970268"/>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10666F9-C43B-7AAE-8118-5B63A01C14DB}"/>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1AAE349C-EBF6-0593-65FA-4CE8BD17FF15}"/>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80455469-83B9-A80D-5541-A59E2797135A}"/>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9499649C-DD96-C3A4-D2F2-F047196EA62A}"/>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11262237"/>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66FF608A-AFDC-1059-1373-96581B42186F}"/>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392BD4F-C86E-7B18-B8BE-4C13E9DB2FF7}"/>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F748DC2A-DB26-2CD9-D168-6F44A7450804}"/>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5212571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E826325-BD68-0769-CCDC-8878FFB1B29A}"/>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5A7FE184-B788-E273-FFC0-C2B2EB9469D8}"/>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BD05CE32-8C67-2297-0217-914504B8FDE3}"/>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F5F1596A-0B42-95E4-B1EF-50F7A4E622A5}"/>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46553521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84CCB971-6858-E885-0E65-8EDC027005D2}"/>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66716428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98002286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0072F85E-9F5B-D10F-E276-45F16E7D22A6}"/>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7316082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112123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AFA1232-0FBB-596D-3C5B-262A39CDB73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9842309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6342631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5" name="Logo Placeholder 7">
            <a:extLst>
              <a:ext uri="{FF2B5EF4-FFF2-40B4-BE49-F238E27FC236}">
                <a16:creationId xmlns:a16="http://schemas.microsoft.com/office/drawing/2014/main" id="{C123793F-693C-B56E-8D20-08ED2B5C2F78}"/>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1501344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7207506"/>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A02DCE88-CA65-30A1-6856-6512EDFE9CF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3062032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a:solidFill>
                  <a:schemeClr val="bg2"/>
                </a:solidFill>
                <a:cs typeface="Arial"/>
              </a:rPr>
              <a:t>Name, Last Name</a:t>
            </a:r>
          </a:p>
          <a:p>
            <a:pPr>
              <a:lnSpc>
                <a:spcPts val="1200"/>
              </a:lnSpc>
            </a:pPr>
            <a:r>
              <a:rPr lang="en-US" sz="1000" b="0" i="0">
                <a:solidFill>
                  <a:schemeClr val="bg2"/>
                </a:solidFill>
                <a:cs typeface="Arial"/>
              </a:rPr>
              <a:t>Title/Role</a:t>
            </a:r>
          </a:p>
          <a:p>
            <a:pPr>
              <a:lnSpc>
                <a:spcPts val="1200"/>
              </a:lnSpc>
            </a:pPr>
            <a:r>
              <a:rPr lang="en-US" sz="1000" b="0" i="0">
                <a:solidFill>
                  <a:schemeClr val="bg2"/>
                </a:solidFill>
                <a:cs typeface="Arial"/>
              </a:rPr>
              <a:t>Capgemini Office (Optional)</a:t>
            </a:r>
          </a:p>
          <a:p>
            <a:pPr>
              <a:lnSpc>
                <a:spcPts val="1200"/>
              </a:lnSpc>
            </a:pPr>
            <a:r>
              <a:rPr lang="en-US" sz="1000" b="0" i="0">
                <a:solidFill>
                  <a:schemeClr val="bg2"/>
                </a:solidFill>
                <a:cs typeface="Arial"/>
              </a:rPr>
              <a:t>Address Line 1</a:t>
            </a:r>
          </a:p>
          <a:p>
            <a:pPr>
              <a:lnSpc>
                <a:spcPts val="1200"/>
              </a:lnSpc>
            </a:pPr>
            <a:r>
              <a:rPr lang="en-US" sz="1000" b="0" i="0">
                <a:solidFill>
                  <a:schemeClr val="bg2"/>
                </a:solidFill>
                <a:cs typeface="Arial"/>
              </a:rPr>
              <a:t>Address Line 2 </a:t>
            </a:r>
          </a:p>
          <a:p>
            <a:pPr>
              <a:lnSpc>
                <a:spcPts val="1200"/>
              </a:lnSpc>
            </a:pPr>
            <a:r>
              <a:rPr lang="en-US" sz="1000" b="0" i="0">
                <a:solidFill>
                  <a:schemeClr val="bg2"/>
                </a:solidFill>
                <a:cs typeface="Arial"/>
              </a:rPr>
              <a:t>Address Line 3</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2C645D6C-FA80-81D4-4ECF-74E959550267}"/>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4" name="Rectangle 3">
            <a:extLst>
              <a:ext uri="{FF2B5EF4-FFF2-40B4-BE49-F238E27FC236}">
                <a16:creationId xmlns:a16="http://schemas.microsoft.com/office/drawing/2014/main" id="{87E7F37E-C8D7-B1B1-48D0-73F7C414F71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5" name="Rectangle 4">
            <a:extLst>
              <a:ext uri="{FF2B5EF4-FFF2-40B4-BE49-F238E27FC236}">
                <a16:creationId xmlns:a16="http://schemas.microsoft.com/office/drawing/2014/main" id="{418E6A58-E1A4-2DC3-DAB6-63259E67EC54}"/>
              </a:ext>
            </a:extLst>
          </p:cNvPr>
          <p:cNvSpPr/>
          <p:nvPr userDrawn="1"/>
        </p:nvSpPr>
        <p:spPr>
          <a:xfrm>
            <a:off x="550864" y="1051075"/>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638169388"/>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4A1EA4A7-A166-E578-2EF5-FCAEFB78F088}"/>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5A0F1FC6-DEA9-4963-B8C6-D1A8E4E8528B}"/>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61561121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3" name="Group 2">
            <a:extLst>
              <a:ext uri="{FF2B5EF4-FFF2-40B4-BE49-F238E27FC236}">
                <a16:creationId xmlns:a16="http://schemas.microsoft.com/office/drawing/2014/main" id="{80DDEBF5-BCD7-417A-1787-F148EF7B13B7}"/>
              </a:ext>
            </a:extLst>
          </p:cNvPr>
          <p:cNvGrpSpPr/>
          <p:nvPr userDrawn="1"/>
        </p:nvGrpSpPr>
        <p:grpSpPr>
          <a:xfrm>
            <a:off x="8904288" y="5569004"/>
            <a:ext cx="1951070" cy="335280"/>
            <a:chOff x="8904288" y="5569004"/>
            <a:chExt cx="1951070" cy="335280"/>
          </a:xfrm>
        </p:grpSpPr>
        <p:pic>
          <p:nvPicPr>
            <p:cNvPr id="4" name="Picture 3">
              <a:hlinkClick r:id="rId2"/>
              <a:extLst>
                <a:ext uri="{FF2B5EF4-FFF2-40B4-BE49-F238E27FC236}">
                  <a16:creationId xmlns:a16="http://schemas.microsoft.com/office/drawing/2014/main" id="{D8AE6A28-0135-28A5-EA09-7E561544F94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000000"/>
              </a:solidFill>
            </a:ln>
          </p:spPr>
        </p:pic>
        <p:pic>
          <p:nvPicPr>
            <p:cNvPr id="5" name="Picture 4">
              <a:hlinkClick r:id="rId4"/>
              <a:extLst>
                <a:ext uri="{FF2B5EF4-FFF2-40B4-BE49-F238E27FC236}">
                  <a16:creationId xmlns:a16="http://schemas.microsoft.com/office/drawing/2014/main" id="{9FF9D83D-3E8E-F5F4-73F1-6950C58A3575}"/>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000000"/>
              </a:solidFill>
            </a:ln>
          </p:spPr>
        </p:pic>
        <p:pic>
          <p:nvPicPr>
            <p:cNvPr id="6" name="Picture 5">
              <a:hlinkClick r:id="rId6"/>
              <a:extLst>
                <a:ext uri="{FF2B5EF4-FFF2-40B4-BE49-F238E27FC236}">
                  <a16:creationId xmlns:a16="http://schemas.microsoft.com/office/drawing/2014/main" id="{38E6916A-F1B5-9C57-3FAA-6E274CAD88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000000"/>
              </a:solidFill>
            </a:ln>
          </p:spPr>
        </p:pic>
        <p:pic>
          <p:nvPicPr>
            <p:cNvPr id="7" name="Picture 6">
              <a:hlinkClick r:id="rId8"/>
              <a:extLst>
                <a:ext uri="{FF2B5EF4-FFF2-40B4-BE49-F238E27FC236}">
                  <a16:creationId xmlns:a16="http://schemas.microsoft.com/office/drawing/2014/main" id="{A69F2814-7CA6-9D53-A57F-35F014DE27BF}"/>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000000"/>
              </a:solidFill>
            </a:ln>
          </p:spPr>
        </p:pic>
        <p:pic>
          <p:nvPicPr>
            <p:cNvPr id="8" name="Picture 7">
              <a:hlinkClick r:id="rId10"/>
              <a:extLst>
                <a:ext uri="{FF2B5EF4-FFF2-40B4-BE49-F238E27FC236}">
                  <a16:creationId xmlns:a16="http://schemas.microsoft.com/office/drawing/2014/main" id="{F3390200-66D1-FEF4-E185-1A09A0520D5E}"/>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000000"/>
              </a:solidFill>
            </a:ln>
          </p:spPr>
        </p:pic>
      </p:grpSp>
      <p:sp>
        <p:nvSpPr>
          <p:cNvPr id="12" name="Rectangle 11">
            <a:extLst>
              <a:ext uri="{FF2B5EF4-FFF2-40B4-BE49-F238E27FC236}">
                <a16:creationId xmlns:a16="http://schemas.microsoft.com/office/drawing/2014/main" id="{D86ED672-709D-D8DD-0783-BFB81191CE6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3" name="Rectangle 12">
            <a:extLst>
              <a:ext uri="{FF2B5EF4-FFF2-40B4-BE49-F238E27FC236}">
                <a16:creationId xmlns:a16="http://schemas.microsoft.com/office/drawing/2014/main" id="{FCD2C27D-3F67-16BF-264C-B92B5DA213ED}"/>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13128305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35403680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84629554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21973746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410201055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307206065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87557960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89825380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11377225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367677442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357222724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97876336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376457576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998558723"/>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91041205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97957908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66225202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21397766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06308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40886027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575862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04128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95119898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85676316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3258283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62357926"/>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4741479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6316398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07203536"/>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85957409"/>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5700030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471644046"/>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47509133"/>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6716708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75581972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Tree>
    <p:extLst>
      <p:ext uri="{BB962C8B-B14F-4D97-AF65-F5344CB8AC3E}">
        <p14:creationId xmlns:p14="http://schemas.microsoft.com/office/powerpoint/2010/main" val="11564541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35186602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94287749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8965568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191103396"/>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383166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7540673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585146329"/>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263698133"/>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76430554"/>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586336262"/>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13771045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92758466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73880508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36168335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56873219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3611574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4471615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2440522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2570626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4666598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9346917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US" sz="900" dirty="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4265628822"/>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B0ED2EA3-431C-98F0-F5DF-BA8CD83988E8}"/>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A00DCBE3-E072-9262-C394-C6548BB92DEF}"/>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848626725"/>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2" name="Rectangle 1">
            <a:extLst>
              <a:ext uri="{FF2B5EF4-FFF2-40B4-BE49-F238E27FC236}">
                <a16:creationId xmlns:a16="http://schemas.microsoft.com/office/drawing/2014/main" id="{22ED8818-43EC-6700-AF45-E9B8C97AE8CD}"/>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BF9308E6-A7C1-CCDE-ED00-7A9C45249422}"/>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4226493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39" Type="http://schemas.openxmlformats.org/officeDocument/2006/relationships/slideLayout" Target="../slideLayouts/slideLayout97.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42" Type="http://schemas.openxmlformats.org/officeDocument/2006/relationships/slideLayout" Target="../slideLayouts/slideLayout100.xml"/><Relationship Id="rId47" Type="http://schemas.openxmlformats.org/officeDocument/2006/relationships/slideLayout" Target="../slideLayouts/slideLayout105.xml"/><Relationship Id="rId50" Type="http://schemas.openxmlformats.org/officeDocument/2006/relationships/slideLayout" Target="../slideLayouts/slideLayout108.xml"/><Relationship Id="rId55" Type="http://schemas.openxmlformats.org/officeDocument/2006/relationships/slideLayout" Target="../slideLayouts/slideLayout113.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6" Type="http://schemas.openxmlformats.org/officeDocument/2006/relationships/slideLayout" Target="../slideLayouts/slideLayout74.xml"/><Relationship Id="rId29" Type="http://schemas.openxmlformats.org/officeDocument/2006/relationships/slideLayout" Target="../slideLayouts/slideLayout87.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slideLayout" Target="../slideLayouts/slideLayout95.xml"/><Relationship Id="rId40" Type="http://schemas.openxmlformats.org/officeDocument/2006/relationships/slideLayout" Target="../slideLayouts/slideLayout98.xml"/><Relationship Id="rId45" Type="http://schemas.openxmlformats.org/officeDocument/2006/relationships/slideLayout" Target="../slideLayouts/slideLayout103.xml"/><Relationship Id="rId53" Type="http://schemas.openxmlformats.org/officeDocument/2006/relationships/slideLayout" Target="../slideLayouts/slideLayout111.xml"/><Relationship Id="rId58" Type="http://schemas.openxmlformats.org/officeDocument/2006/relationships/slideLayout" Target="../slideLayouts/slideLayout116.xml"/><Relationship Id="rId5" Type="http://schemas.openxmlformats.org/officeDocument/2006/relationships/slideLayout" Target="../slideLayouts/slideLayout63.xml"/><Relationship Id="rId61" Type="http://schemas.openxmlformats.org/officeDocument/2006/relationships/image" Target="../media/image1.png"/><Relationship Id="rId19" Type="http://schemas.openxmlformats.org/officeDocument/2006/relationships/slideLayout" Target="../slideLayouts/slideLayout7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43" Type="http://schemas.openxmlformats.org/officeDocument/2006/relationships/slideLayout" Target="../slideLayouts/slideLayout101.xml"/><Relationship Id="rId48" Type="http://schemas.openxmlformats.org/officeDocument/2006/relationships/slideLayout" Target="../slideLayouts/slideLayout106.xml"/><Relationship Id="rId56" Type="http://schemas.openxmlformats.org/officeDocument/2006/relationships/slideLayout" Target="../slideLayouts/slideLayout114.xml"/><Relationship Id="rId8" Type="http://schemas.openxmlformats.org/officeDocument/2006/relationships/slideLayout" Target="../slideLayouts/slideLayout66.xml"/><Relationship Id="rId51" Type="http://schemas.openxmlformats.org/officeDocument/2006/relationships/slideLayout" Target="../slideLayouts/slideLayout109.xml"/><Relationship Id="rId3" Type="http://schemas.openxmlformats.org/officeDocument/2006/relationships/slideLayout" Target="../slideLayouts/slideLayout61.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slideLayout" Target="../slideLayouts/slideLayout96.xml"/><Relationship Id="rId46" Type="http://schemas.openxmlformats.org/officeDocument/2006/relationships/slideLayout" Target="../slideLayouts/slideLayout104.xml"/><Relationship Id="rId59" Type="http://schemas.openxmlformats.org/officeDocument/2006/relationships/slideLayout" Target="../slideLayouts/slideLayout117.xml"/><Relationship Id="rId20" Type="http://schemas.openxmlformats.org/officeDocument/2006/relationships/slideLayout" Target="../slideLayouts/slideLayout78.xml"/><Relationship Id="rId41" Type="http://schemas.openxmlformats.org/officeDocument/2006/relationships/slideLayout" Target="../slideLayouts/slideLayout99.xml"/><Relationship Id="rId54" Type="http://schemas.openxmlformats.org/officeDocument/2006/relationships/slideLayout" Target="../slideLayouts/slideLayout112.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49" Type="http://schemas.openxmlformats.org/officeDocument/2006/relationships/slideLayout" Target="../slideLayouts/slideLayout107.xml"/><Relationship Id="rId57" Type="http://schemas.openxmlformats.org/officeDocument/2006/relationships/slideLayout" Target="../slideLayouts/slideLayout115.xml"/><Relationship Id="rId10" Type="http://schemas.openxmlformats.org/officeDocument/2006/relationships/slideLayout" Target="../slideLayouts/slideLayout68.xml"/><Relationship Id="rId31" Type="http://schemas.openxmlformats.org/officeDocument/2006/relationships/slideLayout" Target="../slideLayouts/slideLayout89.xml"/><Relationship Id="rId44" Type="http://schemas.openxmlformats.org/officeDocument/2006/relationships/slideLayout" Target="../slideLayouts/slideLayout102.xml"/><Relationship Id="rId52" Type="http://schemas.openxmlformats.org/officeDocument/2006/relationships/slideLayout" Target="../slideLayouts/slideLayout110.xml"/><Relationship Id="rId60" Type="http://schemas.openxmlformats.org/officeDocument/2006/relationships/theme" Target="../theme/theme2.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30.xml"/><Relationship Id="rId18" Type="http://schemas.openxmlformats.org/officeDocument/2006/relationships/slideLayout" Target="../slideLayouts/slideLayout135.xml"/><Relationship Id="rId26" Type="http://schemas.openxmlformats.org/officeDocument/2006/relationships/slideLayout" Target="../slideLayouts/slideLayout143.xml"/><Relationship Id="rId39" Type="http://schemas.openxmlformats.org/officeDocument/2006/relationships/slideLayout" Target="../slideLayouts/slideLayout156.xml"/><Relationship Id="rId21" Type="http://schemas.openxmlformats.org/officeDocument/2006/relationships/slideLayout" Target="../slideLayouts/slideLayout138.xml"/><Relationship Id="rId34" Type="http://schemas.openxmlformats.org/officeDocument/2006/relationships/slideLayout" Target="../slideLayouts/slideLayout151.xml"/><Relationship Id="rId42" Type="http://schemas.openxmlformats.org/officeDocument/2006/relationships/slideLayout" Target="../slideLayouts/slideLayout159.xml"/><Relationship Id="rId47" Type="http://schemas.openxmlformats.org/officeDocument/2006/relationships/slideLayout" Target="../slideLayouts/slideLayout164.xml"/><Relationship Id="rId50" Type="http://schemas.openxmlformats.org/officeDocument/2006/relationships/slideLayout" Target="../slideLayouts/slideLayout167.xml"/><Relationship Id="rId55" Type="http://schemas.openxmlformats.org/officeDocument/2006/relationships/slideLayout" Target="../slideLayouts/slideLayout172.xml"/><Relationship Id="rId7" Type="http://schemas.openxmlformats.org/officeDocument/2006/relationships/slideLayout" Target="../slideLayouts/slideLayout124.xml"/><Relationship Id="rId2" Type="http://schemas.openxmlformats.org/officeDocument/2006/relationships/slideLayout" Target="../slideLayouts/slideLayout119.xml"/><Relationship Id="rId16" Type="http://schemas.openxmlformats.org/officeDocument/2006/relationships/slideLayout" Target="../slideLayouts/slideLayout133.xml"/><Relationship Id="rId29" Type="http://schemas.openxmlformats.org/officeDocument/2006/relationships/slideLayout" Target="../slideLayouts/slideLayout146.xml"/><Relationship Id="rId11" Type="http://schemas.openxmlformats.org/officeDocument/2006/relationships/slideLayout" Target="../slideLayouts/slideLayout128.xml"/><Relationship Id="rId24" Type="http://schemas.openxmlformats.org/officeDocument/2006/relationships/slideLayout" Target="../slideLayouts/slideLayout141.xml"/><Relationship Id="rId32" Type="http://schemas.openxmlformats.org/officeDocument/2006/relationships/slideLayout" Target="../slideLayouts/slideLayout149.xml"/><Relationship Id="rId37" Type="http://schemas.openxmlformats.org/officeDocument/2006/relationships/slideLayout" Target="../slideLayouts/slideLayout154.xml"/><Relationship Id="rId40" Type="http://schemas.openxmlformats.org/officeDocument/2006/relationships/slideLayout" Target="../slideLayouts/slideLayout157.xml"/><Relationship Id="rId45" Type="http://schemas.openxmlformats.org/officeDocument/2006/relationships/slideLayout" Target="../slideLayouts/slideLayout162.xml"/><Relationship Id="rId53" Type="http://schemas.openxmlformats.org/officeDocument/2006/relationships/slideLayout" Target="../slideLayouts/slideLayout170.xml"/><Relationship Id="rId58" Type="http://schemas.openxmlformats.org/officeDocument/2006/relationships/slideLayout" Target="../slideLayouts/slideLayout175.xml"/><Relationship Id="rId5" Type="http://schemas.openxmlformats.org/officeDocument/2006/relationships/slideLayout" Target="../slideLayouts/slideLayout122.xml"/><Relationship Id="rId61" Type="http://schemas.openxmlformats.org/officeDocument/2006/relationships/image" Target="../media/image1.png"/><Relationship Id="rId19" Type="http://schemas.openxmlformats.org/officeDocument/2006/relationships/slideLayout" Target="../slideLayouts/slideLayout136.xml"/><Relationship Id="rId14" Type="http://schemas.openxmlformats.org/officeDocument/2006/relationships/slideLayout" Target="../slideLayouts/slideLayout131.xml"/><Relationship Id="rId22" Type="http://schemas.openxmlformats.org/officeDocument/2006/relationships/slideLayout" Target="../slideLayouts/slideLayout139.xml"/><Relationship Id="rId27" Type="http://schemas.openxmlformats.org/officeDocument/2006/relationships/slideLayout" Target="../slideLayouts/slideLayout144.xml"/><Relationship Id="rId30" Type="http://schemas.openxmlformats.org/officeDocument/2006/relationships/slideLayout" Target="../slideLayouts/slideLayout147.xml"/><Relationship Id="rId35" Type="http://schemas.openxmlformats.org/officeDocument/2006/relationships/slideLayout" Target="../slideLayouts/slideLayout152.xml"/><Relationship Id="rId43" Type="http://schemas.openxmlformats.org/officeDocument/2006/relationships/slideLayout" Target="../slideLayouts/slideLayout160.xml"/><Relationship Id="rId48" Type="http://schemas.openxmlformats.org/officeDocument/2006/relationships/slideLayout" Target="../slideLayouts/slideLayout165.xml"/><Relationship Id="rId56" Type="http://schemas.openxmlformats.org/officeDocument/2006/relationships/slideLayout" Target="../slideLayouts/slideLayout173.xml"/><Relationship Id="rId8" Type="http://schemas.openxmlformats.org/officeDocument/2006/relationships/slideLayout" Target="../slideLayouts/slideLayout125.xml"/><Relationship Id="rId51" Type="http://schemas.openxmlformats.org/officeDocument/2006/relationships/slideLayout" Target="../slideLayouts/slideLayout168.xml"/><Relationship Id="rId3" Type="http://schemas.openxmlformats.org/officeDocument/2006/relationships/slideLayout" Target="../slideLayouts/slideLayout120.xml"/><Relationship Id="rId12" Type="http://schemas.openxmlformats.org/officeDocument/2006/relationships/slideLayout" Target="../slideLayouts/slideLayout129.xml"/><Relationship Id="rId17" Type="http://schemas.openxmlformats.org/officeDocument/2006/relationships/slideLayout" Target="../slideLayouts/slideLayout134.xml"/><Relationship Id="rId25" Type="http://schemas.openxmlformats.org/officeDocument/2006/relationships/slideLayout" Target="../slideLayouts/slideLayout142.xml"/><Relationship Id="rId33" Type="http://schemas.openxmlformats.org/officeDocument/2006/relationships/slideLayout" Target="../slideLayouts/slideLayout150.xml"/><Relationship Id="rId38" Type="http://schemas.openxmlformats.org/officeDocument/2006/relationships/slideLayout" Target="../slideLayouts/slideLayout155.xml"/><Relationship Id="rId46" Type="http://schemas.openxmlformats.org/officeDocument/2006/relationships/slideLayout" Target="../slideLayouts/slideLayout163.xml"/><Relationship Id="rId59" Type="http://schemas.openxmlformats.org/officeDocument/2006/relationships/slideLayout" Target="../slideLayouts/slideLayout176.xml"/><Relationship Id="rId20" Type="http://schemas.openxmlformats.org/officeDocument/2006/relationships/slideLayout" Target="../slideLayouts/slideLayout137.xml"/><Relationship Id="rId41" Type="http://schemas.openxmlformats.org/officeDocument/2006/relationships/slideLayout" Target="../slideLayouts/slideLayout158.xml"/><Relationship Id="rId54" Type="http://schemas.openxmlformats.org/officeDocument/2006/relationships/slideLayout" Target="../slideLayouts/slideLayout171.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5" Type="http://schemas.openxmlformats.org/officeDocument/2006/relationships/slideLayout" Target="../slideLayouts/slideLayout132.xml"/><Relationship Id="rId23" Type="http://schemas.openxmlformats.org/officeDocument/2006/relationships/slideLayout" Target="../slideLayouts/slideLayout140.xml"/><Relationship Id="rId28" Type="http://schemas.openxmlformats.org/officeDocument/2006/relationships/slideLayout" Target="../slideLayouts/slideLayout145.xml"/><Relationship Id="rId36" Type="http://schemas.openxmlformats.org/officeDocument/2006/relationships/slideLayout" Target="../slideLayouts/slideLayout153.xml"/><Relationship Id="rId49" Type="http://schemas.openxmlformats.org/officeDocument/2006/relationships/slideLayout" Target="../slideLayouts/slideLayout166.xml"/><Relationship Id="rId57" Type="http://schemas.openxmlformats.org/officeDocument/2006/relationships/slideLayout" Target="../slideLayouts/slideLayout174.xml"/><Relationship Id="rId10" Type="http://schemas.openxmlformats.org/officeDocument/2006/relationships/slideLayout" Target="../slideLayouts/slideLayout127.xml"/><Relationship Id="rId31" Type="http://schemas.openxmlformats.org/officeDocument/2006/relationships/slideLayout" Target="../slideLayouts/slideLayout148.xml"/><Relationship Id="rId44" Type="http://schemas.openxmlformats.org/officeDocument/2006/relationships/slideLayout" Target="../slideLayouts/slideLayout161.xml"/><Relationship Id="rId52" Type="http://schemas.openxmlformats.org/officeDocument/2006/relationships/slideLayout" Target="../slideLayouts/slideLayout169.xml"/><Relationship Id="rId60" Type="http://schemas.openxmlformats.org/officeDocument/2006/relationships/theme" Target="../theme/theme3.xml"/><Relationship Id="rId4" Type="http://schemas.openxmlformats.org/officeDocument/2006/relationships/slideLayout" Target="../slideLayouts/slideLayout121.xml"/><Relationship Id="rId9" Type="http://schemas.openxmlformats.org/officeDocument/2006/relationships/slideLayout" Target="../slideLayouts/slideLayout1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0">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11" r:id="rId1"/>
    <p:sldLayoutId id="2147483860" r:id="rId2"/>
    <p:sldLayoutId id="2147483861" r:id="rId3"/>
    <p:sldLayoutId id="2147483812" r:id="rId4"/>
    <p:sldLayoutId id="2147483813" r:id="rId5"/>
    <p:sldLayoutId id="2147483814" r:id="rId6"/>
    <p:sldLayoutId id="2147483862" r:id="rId7"/>
    <p:sldLayoutId id="2147483815" r:id="rId8"/>
    <p:sldLayoutId id="2147483817" r:id="rId9"/>
    <p:sldLayoutId id="2147483818" r:id="rId10"/>
    <p:sldLayoutId id="2147483864" r:id="rId11"/>
    <p:sldLayoutId id="2147483819" r:id="rId12"/>
    <p:sldLayoutId id="2147483820" r:id="rId13"/>
    <p:sldLayoutId id="2147483821" r:id="rId14"/>
    <p:sldLayoutId id="2147483822" r:id="rId15"/>
    <p:sldLayoutId id="2147483823" r:id="rId16"/>
    <p:sldLayoutId id="2147483824" r:id="rId17"/>
    <p:sldLayoutId id="2147483866" r:id="rId18"/>
    <p:sldLayoutId id="2147483826" r:id="rId19"/>
    <p:sldLayoutId id="2147483867" r:id="rId20"/>
    <p:sldLayoutId id="2147483865" r:id="rId21"/>
    <p:sldLayoutId id="2147483868" r:id="rId22"/>
    <p:sldLayoutId id="2147483827" r:id="rId23"/>
    <p:sldLayoutId id="2147483869" r:id="rId24"/>
    <p:sldLayoutId id="2147483829" r:id="rId25"/>
    <p:sldLayoutId id="2147483870" r:id="rId26"/>
    <p:sldLayoutId id="2147483831" r:id="rId27"/>
    <p:sldLayoutId id="2147483871" r:id="rId28"/>
    <p:sldLayoutId id="2147483833" r:id="rId29"/>
    <p:sldLayoutId id="2147483872" r:id="rId30"/>
    <p:sldLayoutId id="2147483835" r:id="rId31"/>
    <p:sldLayoutId id="2147483873" r:id="rId32"/>
    <p:sldLayoutId id="2147483837" r:id="rId33"/>
    <p:sldLayoutId id="2147483874" r:id="rId34"/>
    <p:sldLayoutId id="2147483838" r:id="rId35"/>
    <p:sldLayoutId id="2147483875" r:id="rId36"/>
    <p:sldLayoutId id="2147483840" r:id="rId37"/>
    <p:sldLayoutId id="2147483876" r:id="rId38"/>
    <p:sldLayoutId id="2147483842" r:id="rId39"/>
    <p:sldLayoutId id="2147483877" r:id="rId40"/>
    <p:sldLayoutId id="2147483844" r:id="rId41"/>
    <p:sldLayoutId id="2147483878" r:id="rId42"/>
    <p:sldLayoutId id="2147483845" r:id="rId43"/>
    <p:sldLayoutId id="2147483879" r:id="rId44"/>
    <p:sldLayoutId id="2147483847" r:id="rId45"/>
    <p:sldLayoutId id="2147483880" r:id="rId46"/>
    <p:sldLayoutId id="2147483848" r:id="rId47"/>
    <p:sldLayoutId id="2147483849" r:id="rId48"/>
    <p:sldLayoutId id="2147483850" r:id="rId49"/>
    <p:sldLayoutId id="2147483851" r:id="rId50"/>
    <p:sldLayoutId id="2147483852" r:id="rId51"/>
    <p:sldLayoutId id="2147483853" r:id="rId52"/>
    <p:sldLayoutId id="2147483854" r:id="rId53"/>
    <p:sldLayoutId id="2147483855" r:id="rId54"/>
    <p:sldLayoutId id="2147483856" r:id="rId55"/>
    <p:sldLayoutId id="2147483857" r:id="rId56"/>
    <p:sldLayoutId id="2147483858" r:id="rId57"/>
    <p:sldLayoutId id="2147483859" r:id="rId5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D72815E4-17F8-DE3E-B207-25448A9FFF9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6C8CEE51-3D7E-3B86-9D9F-0C12C431D8D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14749154-3D9B-0740-AD4D-92B55FFF9A9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1247134687"/>
      </p:ext>
    </p:extLst>
  </p:cSld>
  <p:clrMap bg1="lt1" tx1="dk1" bg2="lt2" tx2="dk2" accent1="accent1" accent2="accent2" accent3="accent3" accent4="accent4" accent5="accent5" accent6="accent6" hlink="hlink" folHlink="folHlink"/>
  <p:sldLayoutIdLst>
    <p:sldLayoutId id="2147483882" r:id="rId1"/>
    <p:sldLayoutId id="2147483883" r:id="rId2"/>
    <p:sldLayoutId id="2147483884" r:id="rId3"/>
    <p:sldLayoutId id="2147483885" r:id="rId4"/>
    <p:sldLayoutId id="2147483886" r:id="rId5"/>
    <p:sldLayoutId id="2147483887" r:id="rId6"/>
    <p:sldLayoutId id="2147483888" r:id="rId7"/>
    <p:sldLayoutId id="2147483889" r:id="rId8"/>
    <p:sldLayoutId id="2147484003" r:id="rId9"/>
    <p:sldLayoutId id="2147484004" r:id="rId10"/>
    <p:sldLayoutId id="2147484005" r:id="rId11"/>
    <p:sldLayoutId id="2147484006" r:id="rId12"/>
    <p:sldLayoutId id="2147483895" r:id="rId13"/>
    <p:sldLayoutId id="2147483896" r:id="rId14"/>
    <p:sldLayoutId id="2147483897" r:id="rId15"/>
    <p:sldLayoutId id="2147483898" r:id="rId16"/>
    <p:sldLayoutId id="2147483899" r:id="rId17"/>
    <p:sldLayoutId id="2147483900" r:id="rId18"/>
    <p:sldLayoutId id="2147483901" r:id="rId19"/>
    <p:sldLayoutId id="2147483902" r:id="rId20"/>
    <p:sldLayoutId id="2147483903" r:id="rId21"/>
    <p:sldLayoutId id="2147483904" r:id="rId22"/>
    <p:sldLayoutId id="2147483905" r:id="rId23"/>
    <p:sldLayoutId id="2147483906" r:id="rId24"/>
    <p:sldLayoutId id="2147483907" r:id="rId25"/>
    <p:sldLayoutId id="2147483908" r:id="rId26"/>
    <p:sldLayoutId id="2147483909" r:id="rId27"/>
    <p:sldLayoutId id="2147483910" r:id="rId28"/>
    <p:sldLayoutId id="2147483911" r:id="rId29"/>
    <p:sldLayoutId id="2147483912" r:id="rId30"/>
    <p:sldLayoutId id="2147483913" r:id="rId31"/>
    <p:sldLayoutId id="2147483914" r:id="rId32"/>
    <p:sldLayoutId id="2147483915" r:id="rId33"/>
    <p:sldLayoutId id="2147483916" r:id="rId34"/>
    <p:sldLayoutId id="2147483917" r:id="rId35"/>
    <p:sldLayoutId id="2147483918" r:id="rId36"/>
    <p:sldLayoutId id="2147483919" r:id="rId37"/>
    <p:sldLayoutId id="2147483920" r:id="rId38"/>
    <p:sldLayoutId id="2147483921" r:id="rId39"/>
    <p:sldLayoutId id="2147483922" r:id="rId40"/>
    <p:sldLayoutId id="2147483923" r:id="rId41"/>
    <p:sldLayoutId id="2147483924" r:id="rId42"/>
    <p:sldLayoutId id="2147483925" r:id="rId43"/>
    <p:sldLayoutId id="2147483926" r:id="rId44"/>
    <p:sldLayoutId id="2147483927" r:id="rId45"/>
    <p:sldLayoutId id="2147483928" r:id="rId46"/>
    <p:sldLayoutId id="2147483929" r:id="rId47"/>
    <p:sldLayoutId id="2147483930" r:id="rId48"/>
    <p:sldLayoutId id="2147483931" r:id="rId49"/>
    <p:sldLayoutId id="2147483932" r:id="rId50"/>
    <p:sldLayoutId id="2147483933" r:id="rId51"/>
    <p:sldLayoutId id="2147483934" r:id="rId52"/>
    <p:sldLayoutId id="2147483935" r:id="rId53"/>
    <p:sldLayoutId id="2147483936" r:id="rId54"/>
    <p:sldLayoutId id="2147483937" r:id="rId55"/>
    <p:sldLayoutId id="2147483938" r:id="rId56"/>
    <p:sldLayoutId id="2147483939" r:id="rId57"/>
    <p:sldLayoutId id="2147483940" r:id="rId58"/>
    <p:sldLayoutId id="2147483941"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4053014961"/>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6" r:id="rId3"/>
    <p:sldLayoutId id="2147483945" r:id="rId4"/>
    <p:sldLayoutId id="2147483947" r:id="rId5"/>
    <p:sldLayoutId id="2147483948" r:id="rId6"/>
    <p:sldLayoutId id="2147483949" r:id="rId7"/>
    <p:sldLayoutId id="2147483950"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 id="2147483962" r:id="rId19"/>
    <p:sldLayoutId id="2147483963" r:id="rId20"/>
    <p:sldLayoutId id="2147483964" r:id="rId21"/>
    <p:sldLayoutId id="2147483965" r:id="rId22"/>
    <p:sldLayoutId id="2147483966" r:id="rId23"/>
    <p:sldLayoutId id="2147483967" r:id="rId24"/>
    <p:sldLayoutId id="2147483968" r:id="rId25"/>
    <p:sldLayoutId id="2147483969" r:id="rId26"/>
    <p:sldLayoutId id="2147483970" r:id="rId27"/>
    <p:sldLayoutId id="2147483971" r:id="rId28"/>
    <p:sldLayoutId id="2147483972" r:id="rId29"/>
    <p:sldLayoutId id="2147483973" r:id="rId30"/>
    <p:sldLayoutId id="2147483974" r:id="rId31"/>
    <p:sldLayoutId id="2147483975" r:id="rId32"/>
    <p:sldLayoutId id="2147483976" r:id="rId33"/>
    <p:sldLayoutId id="2147483977" r:id="rId34"/>
    <p:sldLayoutId id="2147483978" r:id="rId35"/>
    <p:sldLayoutId id="2147483979" r:id="rId36"/>
    <p:sldLayoutId id="2147483980" r:id="rId37"/>
    <p:sldLayoutId id="2147483981" r:id="rId38"/>
    <p:sldLayoutId id="2147483982" r:id="rId39"/>
    <p:sldLayoutId id="2147483983" r:id="rId40"/>
    <p:sldLayoutId id="2147483984" r:id="rId41"/>
    <p:sldLayoutId id="2147483985" r:id="rId42"/>
    <p:sldLayoutId id="2147483986" r:id="rId43"/>
    <p:sldLayoutId id="2147483987" r:id="rId44"/>
    <p:sldLayoutId id="2147483988" r:id="rId45"/>
    <p:sldLayoutId id="2147483989" r:id="rId46"/>
    <p:sldLayoutId id="2147483990" r:id="rId47"/>
    <p:sldLayoutId id="2147483991" r:id="rId48"/>
    <p:sldLayoutId id="2147483992" r:id="rId49"/>
    <p:sldLayoutId id="2147483993" r:id="rId50"/>
    <p:sldLayoutId id="2147483994" r:id="rId51"/>
    <p:sldLayoutId id="2147483995" r:id="rId52"/>
    <p:sldLayoutId id="2147483996" r:id="rId53"/>
    <p:sldLayoutId id="2147483997" r:id="rId54"/>
    <p:sldLayoutId id="2147483998" r:id="rId55"/>
    <p:sldLayoutId id="2147483999" r:id="rId56"/>
    <p:sldLayoutId id="2147484000" r:id="rId57"/>
    <p:sldLayoutId id="2147484001" r:id="rId58"/>
    <p:sldLayoutId id="2147484002"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166.xml"/><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hyperlink" Target="https://www.gartner.com/en/newsroom/press-releases/2024-09-18-gartner-hr-research-finds-orgs-current-talent-management-efforts-inhibit-optimal-employee-and-org-performance" TargetMode="External"/><Relationship Id="rId2" Type="http://schemas.openxmlformats.org/officeDocument/2006/relationships/image" Target="../media/image18.svg"/><Relationship Id="rId1" Type="http://schemas.openxmlformats.org/officeDocument/2006/relationships/slideLayout" Target="../slideLayouts/slideLayout78.xml"/></Relationships>
</file>

<file path=ppt/slides/_rels/slide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1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17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80.xml"/><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4.xml"/></Relationships>
</file>

<file path=ppt/slides/_rels/slide18.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75.xml"/><Relationship Id="rId6" Type="http://schemas.openxmlformats.org/officeDocument/2006/relationships/image" Target="../media/image40.png"/><Relationship Id="rId11" Type="http://schemas.openxmlformats.org/officeDocument/2006/relationships/image" Target="../media/image45.svg"/><Relationship Id="rId5" Type="http://schemas.openxmlformats.org/officeDocument/2006/relationships/image" Target="../media/image39.png"/><Relationship Id="rId10" Type="http://schemas.openxmlformats.org/officeDocument/2006/relationships/image" Target="../media/image44.svg"/><Relationship Id="rId4" Type="http://schemas.openxmlformats.org/officeDocument/2006/relationships/image" Target="../media/image38.png"/><Relationship Id="rId9" Type="http://schemas.openxmlformats.org/officeDocument/2006/relationships/image" Target="../media/image43.svg"/></Relationships>
</file>

<file path=ppt/slides/_rels/slide19.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56.svg"/><Relationship Id="rId2" Type="http://schemas.openxmlformats.org/officeDocument/2006/relationships/image" Target="../media/image46.svg"/><Relationship Id="rId1" Type="http://schemas.openxmlformats.org/officeDocument/2006/relationships/slideLayout" Target="../slideLayouts/slideLayout134.xml"/><Relationship Id="rId6" Type="http://schemas.openxmlformats.org/officeDocument/2006/relationships/image" Target="../media/image50.sv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svg"/><Relationship Id="rId4" Type="http://schemas.openxmlformats.org/officeDocument/2006/relationships/image" Target="../media/image48.svg"/><Relationship Id="rId9" Type="http://schemas.openxmlformats.org/officeDocument/2006/relationships/image" Target="../media/image53.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1.xml.rels><?xml version="1.0" encoding="UTF-8" standalone="yes"?>
<Relationships xmlns="http://schemas.openxmlformats.org/package/2006/relationships"><Relationship Id="rId3" Type="http://schemas.openxmlformats.org/officeDocument/2006/relationships/hyperlink" Target="https://eu1.make.com/public/shared-scenario/OIwfOaOzVvv/integration-webhooks-http" TargetMode="External"/><Relationship Id="rId2" Type="http://schemas.openxmlformats.org/officeDocument/2006/relationships/hyperlink" Target="https://newupdatedapiascendra.vercel.app/" TargetMode="External"/><Relationship Id="rId1" Type="http://schemas.openxmlformats.org/officeDocument/2006/relationships/slideLayout" Target="../slideLayouts/slideLayout170.xml"/><Relationship Id="rId5" Type="http://schemas.openxmlformats.org/officeDocument/2006/relationships/hyperlink" Target="https://capgemini-my.sharepoint.com/:x:/g/personal/rishita_banerjee_capgemini_com1/IQAPNaLJg3ovR6Yfboa1wDTvAW5JlypNNIm8medof5A-HH4?e=bC0vUf" TargetMode="External"/><Relationship Id="rId4" Type="http://schemas.openxmlformats.org/officeDocument/2006/relationships/image" Target="../media/image58.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svg"/><Relationship Id="rId1" Type="http://schemas.openxmlformats.org/officeDocument/2006/relationships/slideLayout" Target="../slideLayouts/slideLayout134.xml"/><Relationship Id="rId6" Type="http://schemas.openxmlformats.org/officeDocument/2006/relationships/hyperlink" Target="https://learningplatform-topaz.vercel.app/" TargetMode="External"/><Relationship Id="rId5" Type="http://schemas.openxmlformats.org/officeDocument/2006/relationships/image" Target="../media/image62.svg"/><Relationship Id="rId4" Type="http://schemas.openxmlformats.org/officeDocument/2006/relationships/image" Target="../media/image61.svg"/></Relationships>
</file>

<file path=ppt/slides/_rels/slide24.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10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26.xml.rels><?xml version="1.0" encoding="UTF-8" standalone="yes"?>
<Relationships xmlns="http://schemas.openxmlformats.org/package/2006/relationships"><Relationship Id="rId3" Type="http://schemas.openxmlformats.org/officeDocument/2006/relationships/hyperlink" Target="https://www.gettyimages.co.uk/" TargetMode="External"/><Relationship Id="rId2" Type="http://schemas.openxmlformats.org/officeDocument/2006/relationships/hyperlink" Target="https://dam.gettyimages.com/capgemini/photo-library" TargetMode="External"/><Relationship Id="rId1" Type="http://schemas.openxmlformats.org/officeDocument/2006/relationships/slideLayout" Target="../slideLayouts/slideLayout76.xml"/><Relationship Id="rId6" Type="http://schemas.openxmlformats.org/officeDocument/2006/relationships/image" Target="../media/image64.svg"/><Relationship Id="rId5" Type="http://schemas.openxmlformats.org/officeDocument/2006/relationships/hyperlink" Target="https://stock.adobe.com/" TargetMode="External"/><Relationship Id="rId4" Type="http://schemas.openxmlformats.org/officeDocument/2006/relationships/hyperlink" Target="https://www.shutterstock.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C838C-B765-8C43-BAC3-B3155BC11383}"/>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5B0E99C8-FFE6-DCAB-866A-889E78FB7283}"/>
              </a:ext>
            </a:extLst>
          </p:cNvPr>
          <p:cNvSpPr>
            <a:spLocks noGrp="1"/>
          </p:cNvSpPr>
          <p:nvPr>
            <p:ph type="title"/>
          </p:nvPr>
        </p:nvSpPr>
        <p:spPr>
          <a:xfrm>
            <a:off x="445713" y="628677"/>
            <a:ext cx="7313049" cy="4104456"/>
          </a:xfrm>
        </p:spPr>
        <p:txBody>
          <a:bodyPr/>
          <a:lstStyle/>
          <a:p>
            <a:pPr lvl="0"/>
            <a:r>
              <a:rPr lang="en-US" sz="6000" dirty="0">
                <a:latin typeface="+mn-lt"/>
              </a:rPr>
              <a:t>AI‑Driven Skill Intelligence and Learning Enablement System</a:t>
            </a:r>
          </a:p>
        </p:txBody>
      </p:sp>
      <p:sp>
        <p:nvSpPr>
          <p:cNvPr id="18" name="Text Placeholder 17">
            <a:extLst>
              <a:ext uri="{FF2B5EF4-FFF2-40B4-BE49-F238E27FC236}">
                <a16:creationId xmlns:a16="http://schemas.microsoft.com/office/drawing/2014/main" id="{77762C5B-AB76-6F1A-38AA-307C8F695D0D}"/>
              </a:ext>
            </a:extLst>
          </p:cNvPr>
          <p:cNvSpPr>
            <a:spLocks noGrp="1"/>
          </p:cNvSpPr>
          <p:nvPr>
            <p:ph type="body" sz="quarter" idx="10"/>
          </p:nvPr>
        </p:nvSpPr>
        <p:spPr>
          <a:xfrm>
            <a:off x="445713" y="5965569"/>
            <a:ext cx="6479535" cy="215444"/>
          </a:xfrm>
        </p:spPr>
        <p:txBody>
          <a:bodyPr>
            <a:normAutofit/>
          </a:bodyPr>
          <a:lstStyle/>
          <a:p>
            <a:r>
              <a:rPr lang="en-US" sz="1200" b="0" dirty="0"/>
              <a:t>Chrysalis 2026</a:t>
            </a:r>
          </a:p>
        </p:txBody>
      </p:sp>
      <p:sp>
        <p:nvSpPr>
          <p:cNvPr id="12" name="Text Placeholder 11">
            <a:extLst>
              <a:ext uri="{FF2B5EF4-FFF2-40B4-BE49-F238E27FC236}">
                <a16:creationId xmlns:a16="http://schemas.microsoft.com/office/drawing/2014/main" id="{06BBF80F-9E3D-4A5E-2795-23CE573758FA}"/>
              </a:ext>
            </a:extLst>
          </p:cNvPr>
          <p:cNvSpPr>
            <a:spLocks noGrp="1"/>
          </p:cNvSpPr>
          <p:nvPr>
            <p:ph type="body" sz="quarter" idx="11"/>
          </p:nvPr>
        </p:nvSpPr>
        <p:spPr/>
        <p:txBody>
          <a:bodyPr/>
          <a:lstStyle/>
          <a:p>
            <a:r>
              <a:rPr lang="en-US" dirty="0">
                <a:solidFill>
                  <a:srgbClr val="FFFFFF"/>
                </a:solidFill>
              </a:rPr>
              <a:t>Rishita Banerjee, XIMB</a:t>
            </a:r>
          </a:p>
        </p:txBody>
      </p:sp>
    </p:spTree>
    <p:extLst>
      <p:ext uri="{BB962C8B-B14F-4D97-AF65-F5344CB8AC3E}">
        <p14:creationId xmlns:p14="http://schemas.microsoft.com/office/powerpoint/2010/main" val="16900038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ECBE7-F910-8CF0-1787-071239013C1D}"/>
            </a:ext>
          </a:extLst>
        </p:cNvPr>
        <p:cNvGrpSpPr/>
        <p:nvPr/>
      </p:nvGrpSpPr>
      <p:grpSpPr>
        <a:xfrm>
          <a:off x="0" y="0"/>
          <a:ext cx="0" cy="0"/>
          <a:chOff x="0" y="0"/>
          <a:chExt cx="0" cy="0"/>
        </a:xfrm>
      </p:grpSpPr>
      <p:sp>
        <p:nvSpPr>
          <p:cNvPr id="57" name="Date Placeholder 56">
            <a:extLst>
              <a:ext uri="{FF2B5EF4-FFF2-40B4-BE49-F238E27FC236}">
                <a16:creationId xmlns:a16="http://schemas.microsoft.com/office/drawing/2014/main" id="{5C3EA66B-D188-487A-B332-1CD4E7A8CAD7}"/>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8" name="Footer Placeholder 57">
            <a:extLst>
              <a:ext uri="{FF2B5EF4-FFF2-40B4-BE49-F238E27FC236}">
                <a16:creationId xmlns:a16="http://schemas.microsoft.com/office/drawing/2014/main" id="{5C07BF9F-2344-19B7-DEA5-D2E584D8BF32}"/>
              </a:ext>
            </a:extLst>
          </p:cNvPr>
          <p:cNvSpPr>
            <a:spLocks noGrp="1"/>
          </p:cNvSpPr>
          <p:nvPr>
            <p:ph type="ftr" sz="quarter" idx="37"/>
          </p:nvPr>
        </p:nvSpPr>
        <p:spPr/>
        <p:txBody>
          <a:bodyPr/>
          <a:lstStyle/>
          <a:p>
            <a:pPr>
              <a:spcBef>
                <a:spcPts val="1000"/>
              </a:spcBef>
              <a:buFont typeface="Arial" panose="020B0604020202020204" pitchFamily="34" charset="0"/>
              <a:buNone/>
            </a:pPr>
            <a:r>
              <a:rPr lang="en-US" dirty="0"/>
              <a:t>Presentation Title | Author | Date</a:t>
            </a:r>
          </a:p>
        </p:txBody>
      </p:sp>
      <p:sp>
        <p:nvSpPr>
          <p:cNvPr id="59" name="Slide Number Placeholder 58">
            <a:extLst>
              <a:ext uri="{FF2B5EF4-FFF2-40B4-BE49-F238E27FC236}">
                <a16:creationId xmlns:a16="http://schemas.microsoft.com/office/drawing/2014/main" id="{1B1DBD32-01CE-481B-33F2-B0F17F5046DF}"/>
              </a:ext>
            </a:extLst>
          </p:cNvPr>
          <p:cNvSpPr>
            <a:spLocks noGrp="1"/>
          </p:cNvSpPr>
          <p:nvPr>
            <p:ph type="sldNum" sz="quarter" idx="38"/>
          </p:nvPr>
        </p:nvSpPr>
        <p:spPr/>
        <p:txBody>
          <a:bodyPr/>
          <a:lstStyle/>
          <a:p>
            <a:pPr algn="r"/>
            <a:fld id="{5D9A5160-6218-4E5A-B9E6-B93E3DAE377C}" type="slidenum">
              <a:rPr lang="en-US" smtClean="0"/>
              <a:pPr algn="r"/>
              <a:t>2</a:t>
            </a:fld>
            <a:endParaRPr lang="en-US" dirty="0"/>
          </a:p>
        </p:txBody>
      </p:sp>
      <p:sp>
        <p:nvSpPr>
          <p:cNvPr id="48" name="Text Placeholder 47">
            <a:extLst>
              <a:ext uri="{FF2B5EF4-FFF2-40B4-BE49-F238E27FC236}">
                <a16:creationId xmlns:a16="http://schemas.microsoft.com/office/drawing/2014/main" id="{8F1B003D-7C2F-760A-B028-A1B14510A22F}"/>
              </a:ext>
            </a:extLst>
          </p:cNvPr>
          <p:cNvSpPr>
            <a:spLocks noGrp="1"/>
          </p:cNvSpPr>
          <p:nvPr>
            <p:ph type="body" sz="quarter" idx="24"/>
          </p:nvPr>
        </p:nvSpPr>
        <p:spPr/>
        <p:txBody>
          <a:bodyPr/>
          <a:lstStyle/>
          <a:p>
            <a:r>
              <a:rPr lang="en-US" dirty="0"/>
              <a:t>Project Context &amp; Objectives</a:t>
            </a:r>
          </a:p>
        </p:txBody>
      </p:sp>
      <p:sp>
        <p:nvSpPr>
          <p:cNvPr id="38" name="Text Placeholder 37">
            <a:extLst>
              <a:ext uri="{FF2B5EF4-FFF2-40B4-BE49-F238E27FC236}">
                <a16:creationId xmlns:a16="http://schemas.microsoft.com/office/drawing/2014/main" id="{2AA66873-6B9B-7B58-0A47-C5B0597A7D53}"/>
              </a:ext>
            </a:extLst>
          </p:cNvPr>
          <p:cNvSpPr>
            <a:spLocks noGrp="1"/>
          </p:cNvSpPr>
          <p:nvPr>
            <p:ph type="body" sz="quarter" idx="26"/>
          </p:nvPr>
        </p:nvSpPr>
        <p:spPr>
          <a:xfrm>
            <a:off x="1286644" y="2221666"/>
            <a:ext cx="10024942" cy="369332"/>
          </a:xfrm>
        </p:spPr>
        <p:txBody>
          <a:bodyPr/>
          <a:lstStyle/>
          <a:p>
            <a:r>
              <a:rPr lang="en-US" dirty="0"/>
              <a:t>AI Agent Development &amp; Intelligence Layer</a:t>
            </a:r>
          </a:p>
        </p:txBody>
      </p:sp>
      <p:sp>
        <p:nvSpPr>
          <p:cNvPr id="51" name="Text Placeholder 50">
            <a:extLst>
              <a:ext uri="{FF2B5EF4-FFF2-40B4-BE49-F238E27FC236}">
                <a16:creationId xmlns:a16="http://schemas.microsoft.com/office/drawing/2014/main" id="{EE381B9D-E9C6-8C9C-BC02-E2ACF3395DC6}"/>
              </a:ext>
            </a:extLst>
          </p:cNvPr>
          <p:cNvSpPr>
            <a:spLocks noGrp="1"/>
          </p:cNvSpPr>
          <p:nvPr>
            <p:ph type="body" sz="quarter" idx="27"/>
          </p:nvPr>
        </p:nvSpPr>
        <p:spPr/>
        <p:txBody>
          <a:bodyPr/>
          <a:lstStyle/>
          <a:p>
            <a:r>
              <a:rPr lang="en-US" dirty="0"/>
              <a:t>01</a:t>
            </a:r>
          </a:p>
        </p:txBody>
      </p:sp>
      <p:sp>
        <p:nvSpPr>
          <p:cNvPr id="52" name="Text Placeholder 51">
            <a:extLst>
              <a:ext uri="{FF2B5EF4-FFF2-40B4-BE49-F238E27FC236}">
                <a16:creationId xmlns:a16="http://schemas.microsoft.com/office/drawing/2014/main" id="{641AAEB4-1DFC-AFF9-B4FD-CC282E09F480}"/>
              </a:ext>
            </a:extLst>
          </p:cNvPr>
          <p:cNvSpPr>
            <a:spLocks noGrp="1"/>
          </p:cNvSpPr>
          <p:nvPr>
            <p:ph type="body" sz="quarter" idx="28"/>
          </p:nvPr>
        </p:nvSpPr>
        <p:spPr/>
        <p:txBody>
          <a:bodyPr/>
          <a:lstStyle/>
          <a:p>
            <a:r>
              <a:rPr lang="en-US" dirty="0"/>
              <a:t>02</a:t>
            </a:r>
          </a:p>
        </p:txBody>
      </p:sp>
      <p:sp>
        <p:nvSpPr>
          <p:cNvPr id="39" name="Text Placeholder 38">
            <a:extLst>
              <a:ext uri="{FF2B5EF4-FFF2-40B4-BE49-F238E27FC236}">
                <a16:creationId xmlns:a16="http://schemas.microsoft.com/office/drawing/2014/main" id="{5C815DCA-ECA4-D744-DCBB-225D2B4A46A0}"/>
              </a:ext>
            </a:extLst>
          </p:cNvPr>
          <p:cNvSpPr>
            <a:spLocks noGrp="1"/>
          </p:cNvSpPr>
          <p:nvPr>
            <p:ph type="body" sz="quarter" idx="29"/>
          </p:nvPr>
        </p:nvSpPr>
        <p:spPr/>
        <p:txBody>
          <a:bodyPr/>
          <a:lstStyle/>
          <a:p>
            <a:r>
              <a:rPr lang="en-US" dirty="0"/>
              <a:t>03</a:t>
            </a:r>
          </a:p>
        </p:txBody>
      </p:sp>
      <p:sp>
        <p:nvSpPr>
          <p:cNvPr id="40" name="Text Placeholder 39">
            <a:extLst>
              <a:ext uri="{FF2B5EF4-FFF2-40B4-BE49-F238E27FC236}">
                <a16:creationId xmlns:a16="http://schemas.microsoft.com/office/drawing/2014/main" id="{4742A4C5-0B6E-9CBC-0E06-37202152EF7F}"/>
              </a:ext>
            </a:extLst>
          </p:cNvPr>
          <p:cNvSpPr>
            <a:spLocks noGrp="1"/>
          </p:cNvSpPr>
          <p:nvPr>
            <p:ph type="body" sz="quarter" idx="30"/>
          </p:nvPr>
        </p:nvSpPr>
        <p:spPr>
          <a:xfrm>
            <a:off x="1286644" y="2838261"/>
            <a:ext cx="10024942" cy="369332"/>
          </a:xfrm>
        </p:spPr>
        <p:txBody>
          <a:bodyPr/>
          <a:lstStyle/>
          <a:p>
            <a:r>
              <a:rPr lang="en-US" dirty="0"/>
              <a:t>Visualization via Demo</a:t>
            </a:r>
          </a:p>
        </p:txBody>
      </p:sp>
      <p:sp>
        <p:nvSpPr>
          <p:cNvPr id="41" name="Text Placeholder 40">
            <a:extLst>
              <a:ext uri="{FF2B5EF4-FFF2-40B4-BE49-F238E27FC236}">
                <a16:creationId xmlns:a16="http://schemas.microsoft.com/office/drawing/2014/main" id="{8BCE035C-FDA7-70A3-13F9-41D21BE74853}"/>
              </a:ext>
            </a:extLst>
          </p:cNvPr>
          <p:cNvSpPr>
            <a:spLocks noGrp="1"/>
          </p:cNvSpPr>
          <p:nvPr>
            <p:ph type="body" sz="quarter" idx="31"/>
          </p:nvPr>
        </p:nvSpPr>
        <p:spPr>
          <a:xfrm>
            <a:off x="1343472" y="3428070"/>
            <a:ext cx="10024942" cy="369332"/>
          </a:xfrm>
        </p:spPr>
        <p:txBody>
          <a:bodyPr/>
          <a:lstStyle/>
          <a:p>
            <a:r>
              <a:rPr lang="en-US" dirty="0"/>
              <a:t>Scalability &amp; Future Scope</a:t>
            </a:r>
          </a:p>
        </p:txBody>
      </p:sp>
      <p:sp>
        <p:nvSpPr>
          <p:cNvPr id="44" name="Text Placeholder 43">
            <a:extLst>
              <a:ext uri="{FF2B5EF4-FFF2-40B4-BE49-F238E27FC236}">
                <a16:creationId xmlns:a16="http://schemas.microsoft.com/office/drawing/2014/main" id="{FC8A851C-188A-A4ED-C8F7-76CC213CECA3}"/>
              </a:ext>
            </a:extLst>
          </p:cNvPr>
          <p:cNvSpPr>
            <a:spLocks noGrp="1"/>
          </p:cNvSpPr>
          <p:nvPr>
            <p:ph type="body" sz="quarter" idx="33"/>
          </p:nvPr>
        </p:nvSpPr>
        <p:spPr/>
        <p:txBody>
          <a:bodyPr/>
          <a:lstStyle/>
          <a:p>
            <a:r>
              <a:rPr lang="en-US" dirty="0"/>
              <a:t>04</a:t>
            </a:r>
          </a:p>
        </p:txBody>
      </p:sp>
      <p:sp>
        <p:nvSpPr>
          <p:cNvPr id="12" name="Title 11">
            <a:extLst>
              <a:ext uri="{FF2B5EF4-FFF2-40B4-BE49-F238E27FC236}">
                <a16:creationId xmlns:a16="http://schemas.microsoft.com/office/drawing/2014/main" id="{95ED75AE-F20A-A85C-7F52-FEB437A2938C}"/>
              </a:ext>
            </a:extLst>
          </p:cNvPr>
          <p:cNvSpPr>
            <a:spLocks noGrp="1"/>
          </p:cNvSpPr>
          <p:nvPr>
            <p:ph type="title"/>
          </p:nvPr>
        </p:nvSpPr>
        <p:spPr>
          <a:xfrm>
            <a:off x="1343472" y="179746"/>
            <a:ext cx="11090938" cy="930372"/>
          </a:xfrm>
        </p:spPr>
        <p:txBody>
          <a:bodyPr/>
          <a:lstStyle/>
          <a:p>
            <a:r>
              <a:rPr lang="en-US" sz="4000" dirty="0"/>
              <a:t>Agenda </a:t>
            </a:r>
          </a:p>
        </p:txBody>
      </p:sp>
      <p:sp>
        <p:nvSpPr>
          <p:cNvPr id="53" name="Rectangle 52">
            <a:extLst>
              <a:ext uri="{FF2B5EF4-FFF2-40B4-BE49-F238E27FC236}">
                <a16:creationId xmlns:a16="http://schemas.microsoft.com/office/drawing/2014/main" id="{6865B8FE-D63C-45CF-06D1-9D4597CE5F5E}"/>
              </a:ext>
              <a:ext uri="{C183D7F6-B498-43B3-948B-1728B52AA6E4}">
                <adec:decorative xmlns:adec="http://schemas.microsoft.com/office/drawing/2017/decorative" val="1"/>
              </a:ext>
            </a:extLst>
          </p:cNvPr>
          <p:cNvSpPr/>
          <p:nvPr/>
        </p:nvSpPr>
        <p:spPr>
          <a:xfrm>
            <a:off x="3311628" y="620183"/>
            <a:ext cx="8880372" cy="216529"/>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7" name="Rectangle 6">
            <a:extLst>
              <a:ext uri="{FF2B5EF4-FFF2-40B4-BE49-F238E27FC236}">
                <a16:creationId xmlns:a16="http://schemas.microsoft.com/office/drawing/2014/main" id="{0ACC642B-13F1-637E-2FA5-BC4F11449FF4}"/>
              </a:ext>
              <a:ext uri="{C183D7F6-B498-43B3-948B-1728B52AA6E4}">
                <adec:decorative xmlns:adec="http://schemas.microsoft.com/office/drawing/2017/decorative" val="1"/>
              </a:ext>
            </a:extLst>
          </p:cNvPr>
          <p:cNvSpPr/>
          <p:nvPr/>
        </p:nvSpPr>
        <p:spPr>
          <a:xfrm>
            <a:off x="0" y="600506"/>
            <a:ext cx="1295997" cy="216529"/>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Tree>
    <p:extLst>
      <p:ext uri="{BB962C8B-B14F-4D97-AF65-F5344CB8AC3E}">
        <p14:creationId xmlns:p14="http://schemas.microsoft.com/office/powerpoint/2010/main" val="1688569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816A5-40C8-EDB0-A9DB-F9FCFF8D847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7C6CED9E-C255-1A02-AE6D-A26E17497A60}"/>
              </a:ext>
            </a:extLst>
          </p:cNvPr>
          <p:cNvSpPr>
            <a:spLocks noGrp="1"/>
          </p:cNvSpPr>
          <p:nvPr>
            <p:ph type="body" sz="quarter" idx="19"/>
          </p:nvPr>
        </p:nvSpPr>
        <p:spPr/>
        <p:txBody>
          <a:bodyPr/>
          <a:lstStyle/>
          <a:p>
            <a:r>
              <a:rPr lang="en-US" dirty="0"/>
              <a:t>01</a:t>
            </a:r>
          </a:p>
        </p:txBody>
      </p:sp>
      <p:sp>
        <p:nvSpPr>
          <p:cNvPr id="12" name="Date Placeholder 11">
            <a:extLst>
              <a:ext uri="{FF2B5EF4-FFF2-40B4-BE49-F238E27FC236}">
                <a16:creationId xmlns:a16="http://schemas.microsoft.com/office/drawing/2014/main" id="{39273573-976E-5564-6442-C015D359EC03}"/>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77A3A7BA-4A85-C1D9-1862-A99A8C4AD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980DCD4F-C84E-7A8D-D128-2B8728E5C864}"/>
              </a:ext>
            </a:extLst>
          </p:cNvPr>
          <p:cNvSpPr>
            <a:spLocks noGrp="1"/>
          </p:cNvSpPr>
          <p:nvPr>
            <p:ph type="sldNum" sz="quarter" idx="22"/>
          </p:nvPr>
        </p:nvSpPr>
        <p:spPr/>
        <p:txBody>
          <a:bodyPr/>
          <a:lstStyle/>
          <a:p>
            <a:pPr algn="r"/>
            <a:fld id="{5D9A5160-6218-4E5A-B9E6-B93E3DAE377C}" type="slidenum">
              <a:rPr lang="en-US" smtClean="0"/>
              <a:pPr algn="r"/>
              <a:t>3</a:t>
            </a:fld>
            <a:endParaRPr lang="en-US" dirty="0"/>
          </a:p>
        </p:txBody>
      </p:sp>
      <p:sp>
        <p:nvSpPr>
          <p:cNvPr id="17" name="Title 16">
            <a:extLst>
              <a:ext uri="{FF2B5EF4-FFF2-40B4-BE49-F238E27FC236}">
                <a16:creationId xmlns:a16="http://schemas.microsoft.com/office/drawing/2014/main" id="{126DCF5E-F932-07A8-0370-145814AA588F}"/>
              </a:ext>
            </a:extLst>
          </p:cNvPr>
          <p:cNvSpPr>
            <a:spLocks noGrp="1"/>
          </p:cNvSpPr>
          <p:nvPr>
            <p:ph type="title"/>
          </p:nvPr>
        </p:nvSpPr>
        <p:spPr/>
        <p:txBody>
          <a:bodyPr/>
          <a:lstStyle/>
          <a:p>
            <a:r>
              <a:rPr lang="en-US" dirty="0"/>
              <a:t>Project Context &amp; Objectives</a:t>
            </a:r>
          </a:p>
        </p:txBody>
      </p:sp>
    </p:spTree>
    <p:extLst>
      <p:ext uri="{BB962C8B-B14F-4D97-AF65-F5344CB8AC3E}">
        <p14:creationId xmlns:p14="http://schemas.microsoft.com/office/powerpoint/2010/main" val="441336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E1950D-58B7-868E-F22C-551AEB351A39}"/>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86C484E4-A8BD-A26A-CD4D-9442AF821B42}"/>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8023DB28-3264-D6CB-6297-53F070094694}"/>
              </a:ext>
            </a:extLst>
          </p:cNvPr>
          <p:cNvSpPr>
            <a:spLocks noGrp="1"/>
          </p:cNvSpPr>
          <p:nvPr>
            <p:ph type="sldNum" sz="quarter" idx="16"/>
          </p:nvPr>
        </p:nvSpPr>
        <p:spPr/>
        <p:txBody>
          <a:bodyPr/>
          <a:lstStyle/>
          <a:p>
            <a:pPr algn="r"/>
            <a:fld id="{5D9A5160-6218-4E5A-B9E6-B93E3DAE377C}" type="slidenum">
              <a:rPr lang="en-US" smtClean="0"/>
              <a:pPr algn="r"/>
              <a:t>4</a:t>
            </a:fld>
            <a:endParaRPr lang="en-US"/>
          </a:p>
        </p:txBody>
      </p:sp>
      <p:grpSp>
        <p:nvGrpSpPr>
          <p:cNvPr id="46" name="Group 45">
            <a:extLst>
              <a:ext uri="{FF2B5EF4-FFF2-40B4-BE49-F238E27FC236}">
                <a16:creationId xmlns:a16="http://schemas.microsoft.com/office/drawing/2014/main" id="{CD1C6D94-2C3A-59AA-CFD4-2FCE8D2A5259}"/>
              </a:ext>
            </a:extLst>
          </p:cNvPr>
          <p:cNvGrpSpPr/>
          <p:nvPr/>
        </p:nvGrpSpPr>
        <p:grpSpPr>
          <a:xfrm>
            <a:off x="3791744" y="2624961"/>
            <a:ext cx="3822943" cy="3420351"/>
            <a:chOff x="4420334" y="2162216"/>
            <a:chExt cx="4004876" cy="3851104"/>
          </a:xfrm>
        </p:grpSpPr>
        <p:sp>
          <p:nvSpPr>
            <p:cNvPr id="47" name="Freeform: Shape 46">
              <a:extLst>
                <a:ext uri="{FF2B5EF4-FFF2-40B4-BE49-F238E27FC236}">
                  <a16:creationId xmlns:a16="http://schemas.microsoft.com/office/drawing/2014/main" id="{33929FEC-C32E-D0B0-3BB0-CC542B195904}"/>
                </a:ext>
              </a:extLst>
            </p:cNvPr>
            <p:cNvSpPr/>
            <p:nvPr/>
          </p:nvSpPr>
          <p:spPr>
            <a:xfrm>
              <a:off x="4543153" y="2162216"/>
              <a:ext cx="1055378" cy="450977"/>
            </a:xfrm>
            <a:custGeom>
              <a:avLst/>
              <a:gdLst>
                <a:gd name="connsiteX0" fmla="*/ 637078 w 1055378"/>
                <a:gd name="connsiteY0" fmla="*/ 31 h 450977"/>
                <a:gd name="connsiteX1" fmla="*/ 714706 w 1055378"/>
                <a:gd name="connsiteY1" fmla="*/ 28251 h 450977"/>
                <a:gd name="connsiteX2" fmla="*/ 1020655 w 1055378"/>
                <a:gd name="connsiteY2" fmla="*/ 199403 h 450977"/>
                <a:gd name="connsiteX3" fmla="*/ 1023519 w 1055378"/>
                <a:gd name="connsiteY3" fmla="*/ 272827 h 450977"/>
                <a:gd name="connsiteX4" fmla="*/ 1023509 w 1055378"/>
                <a:gd name="connsiteY4" fmla="*/ 272821 h 450977"/>
                <a:gd name="connsiteX5" fmla="*/ 471012 w 1055378"/>
                <a:gd name="connsiteY5" fmla="*/ 440075 h 450977"/>
                <a:gd name="connsiteX6" fmla="*/ 315786 w 1055378"/>
                <a:gd name="connsiteY6" fmla="*/ 407347 h 450977"/>
                <a:gd name="connsiteX7" fmla="*/ 15256 w 1055378"/>
                <a:gd name="connsiteY7" fmla="*/ 217107 h 450977"/>
                <a:gd name="connsiteX8" fmla="*/ 26742 w 1055378"/>
                <a:gd name="connsiteY8" fmla="*/ 152234 h 450977"/>
                <a:gd name="connsiteX9" fmla="*/ 587029 w 1055378"/>
                <a:gd name="connsiteY9" fmla="*/ 7952 h 450977"/>
                <a:gd name="connsiteX10" fmla="*/ 637078 w 1055378"/>
                <a:gd name="connsiteY10" fmla="*/ 31 h 45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5378" h="450977">
                  <a:moveTo>
                    <a:pt x="637078" y="31"/>
                  </a:moveTo>
                  <a:cubicBezTo>
                    <a:pt x="656601" y="521"/>
                    <a:pt x="680721" y="7035"/>
                    <a:pt x="714706" y="28251"/>
                  </a:cubicBezTo>
                  <a:lnTo>
                    <a:pt x="1020655" y="199403"/>
                  </a:lnTo>
                  <a:cubicBezTo>
                    <a:pt x="1055956" y="221253"/>
                    <a:pt x="1075586" y="242554"/>
                    <a:pt x="1023519" y="272827"/>
                  </a:cubicBezTo>
                  <a:lnTo>
                    <a:pt x="1023509" y="272821"/>
                  </a:lnTo>
                  <a:lnTo>
                    <a:pt x="471012" y="440075"/>
                  </a:lnTo>
                  <a:cubicBezTo>
                    <a:pt x="424066" y="457714"/>
                    <a:pt x="383508" y="458572"/>
                    <a:pt x="315786" y="407347"/>
                  </a:cubicBezTo>
                  <a:lnTo>
                    <a:pt x="15256" y="217107"/>
                  </a:lnTo>
                  <a:cubicBezTo>
                    <a:pt x="-14885" y="183124"/>
                    <a:pt x="5383" y="167480"/>
                    <a:pt x="26742" y="152234"/>
                  </a:cubicBezTo>
                  <a:lnTo>
                    <a:pt x="587029" y="7952"/>
                  </a:lnTo>
                  <a:cubicBezTo>
                    <a:pt x="602629" y="5074"/>
                    <a:pt x="617556" y="-459"/>
                    <a:pt x="637078" y="3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48" name="Freeform: Shape 47">
              <a:extLst>
                <a:ext uri="{FF2B5EF4-FFF2-40B4-BE49-F238E27FC236}">
                  <a16:creationId xmlns:a16="http://schemas.microsoft.com/office/drawing/2014/main" id="{D8251EE5-1489-6E51-D465-C88C190E94F3}"/>
                </a:ext>
              </a:extLst>
            </p:cNvPr>
            <p:cNvSpPr/>
            <p:nvPr/>
          </p:nvSpPr>
          <p:spPr>
            <a:xfrm>
              <a:off x="5830784" y="2221943"/>
              <a:ext cx="1103885" cy="491211"/>
            </a:xfrm>
            <a:custGeom>
              <a:avLst/>
              <a:gdLst>
                <a:gd name="connsiteX0" fmla="*/ 593410 w 1103885"/>
                <a:gd name="connsiteY0" fmla="*/ 67 h 491211"/>
                <a:gd name="connsiteX1" fmla="*/ 671731 w 1103885"/>
                <a:gd name="connsiteY1" fmla="*/ 28843 h 491211"/>
                <a:gd name="connsiteX2" fmla="*/ 1068600 w 1103885"/>
                <a:gd name="connsiteY2" fmla="*/ 232648 h 491211"/>
                <a:gd name="connsiteX3" fmla="*/ 1072460 w 1103885"/>
                <a:gd name="connsiteY3" fmla="*/ 306133 h 491211"/>
                <a:gd name="connsiteX4" fmla="*/ 1072453 w 1103885"/>
                <a:gd name="connsiteY4" fmla="*/ 306124 h 491211"/>
                <a:gd name="connsiteX5" fmla="*/ 551538 w 1103885"/>
                <a:gd name="connsiteY5" fmla="*/ 479565 h 491211"/>
                <a:gd name="connsiteX6" fmla="*/ 395635 w 1103885"/>
                <a:gd name="connsiteY6" fmla="*/ 448933 h 491211"/>
                <a:gd name="connsiteX7" fmla="*/ 15705 w 1103885"/>
                <a:gd name="connsiteY7" fmla="*/ 237016 h 491211"/>
                <a:gd name="connsiteX8" fmla="*/ 26303 w 1103885"/>
                <a:gd name="connsiteY8" fmla="*/ 171886 h 491211"/>
                <a:gd name="connsiteX9" fmla="*/ 543585 w 1103885"/>
                <a:gd name="connsiteY9" fmla="*/ 10284 h 491211"/>
                <a:gd name="connsiteX10" fmla="*/ 593410 w 1103885"/>
                <a:gd name="connsiteY10" fmla="*/ 67 h 491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3885" h="491211">
                  <a:moveTo>
                    <a:pt x="593410" y="67"/>
                  </a:moveTo>
                  <a:cubicBezTo>
                    <a:pt x="613029" y="817"/>
                    <a:pt x="637396" y="8066"/>
                    <a:pt x="671731" y="28843"/>
                  </a:cubicBezTo>
                  <a:lnTo>
                    <a:pt x="1068600" y="232648"/>
                  </a:lnTo>
                  <a:cubicBezTo>
                    <a:pt x="1104256" y="254039"/>
                    <a:pt x="1124179" y="275084"/>
                    <a:pt x="1072460" y="306133"/>
                  </a:cubicBezTo>
                  <a:cubicBezTo>
                    <a:pt x="1072457" y="306131"/>
                    <a:pt x="1072456" y="306127"/>
                    <a:pt x="1072453" y="306124"/>
                  </a:cubicBezTo>
                  <a:lnTo>
                    <a:pt x="551538" y="479565"/>
                  </a:lnTo>
                  <a:cubicBezTo>
                    <a:pt x="504767" y="497877"/>
                    <a:pt x="464153" y="499291"/>
                    <a:pt x="395635" y="448933"/>
                  </a:cubicBezTo>
                  <a:cubicBezTo>
                    <a:pt x="268991" y="378293"/>
                    <a:pt x="142348" y="307655"/>
                    <a:pt x="15705" y="237016"/>
                  </a:cubicBezTo>
                  <a:cubicBezTo>
                    <a:pt x="-14947" y="203400"/>
                    <a:pt x="5128" y="187462"/>
                    <a:pt x="26303" y="171886"/>
                  </a:cubicBezTo>
                  <a:lnTo>
                    <a:pt x="543585" y="10284"/>
                  </a:lnTo>
                  <a:cubicBezTo>
                    <a:pt x="558923" y="5066"/>
                    <a:pt x="573792" y="-683"/>
                    <a:pt x="593410" y="67"/>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400" b="1" dirty="0">
                  <a:effectLst>
                    <a:outerShdw blurRad="38100" dist="38100" dir="2700000" algn="tl">
                      <a:srgbClr val="000000">
                        <a:alpha val="43137"/>
                      </a:srgbClr>
                    </a:outerShdw>
                  </a:effectLst>
                </a:rPr>
                <a:t>1</a:t>
              </a:r>
            </a:p>
          </p:txBody>
        </p:sp>
        <p:sp>
          <p:nvSpPr>
            <p:cNvPr id="49" name="Freeform: Shape 48">
              <a:extLst>
                <a:ext uri="{FF2B5EF4-FFF2-40B4-BE49-F238E27FC236}">
                  <a16:creationId xmlns:a16="http://schemas.microsoft.com/office/drawing/2014/main" id="{71580976-52D4-C9C4-D5A8-1A5DD2118655}"/>
                </a:ext>
              </a:extLst>
            </p:cNvPr>
            <p:cNvSpPr/>
            <p:nvPr/>
          </p:nvSpPr>
          <p:spPr>
            <a:xfrm>
              <a:off x="7261662" y="2351183"/>
              <a:ext cx="1095771" cy="458642"/>
            </a:xfrm>
            <a:custGeom>
              <a:avLst/>
              <a:gdLst>
                <a:gd name="connsiteX0" fmla="*/ 537652 w 1095771"/>
                <a:gd name="connsiteY0" fmla="*/ 1 h 458642"/>
                <a:gd name="connsiteX1" fmla="*/ 614931 w 1095771"/>
                <a:gd name="connsiteY1" fmla="*/ 26836 h 458642"/>
                <a:gd name="connsiteX2" fmla="*/ 1095771 w 1095771"/>
                <a:gd name="connsiteY2" fmla="*/ 261576 h 458642"/>
                <a:gd name="connsiteX3" fmla="*/ 591131 w 1095771"/>
                <a:gd name="connsiteY3" fmla="*/ 447743 h 458642"/>
                <a:gd name="connsiteX4" fmla="*/ 591120 w 1095771"/>
                <a:gd name="connsiteY4" fmla="*/ 447742 h 458642"/>
                <a:gd name="connsiteX5" fmla="*/ 435893 w 1095771"/>
                <a:gd name="connsiteY5" fmla="*/ 415015 h 458642"/>
                <a:gd name="connsiteX6" fmla="*/ 19646 w 1095771"/>
                <a:gd name="connsiteY6" fmla="*/ 176851 h 458642"/>
                <a:gd name="connsiteX7" fmla="*/ 19207 w 1095771"/>
                <a:gd name="connsiteY7" fmla="*/ 123994 h 458642"/>
                <a:gd name="connsiteX8" fmla="*/ 487241 w 1095771"/>
                <a:gd name="connsiteY8" fmla="*/ 6539 h 458642"/>
                <a:gd name="connsiteX9" fmla="*/ 537652 w 1095771"/>
                <a:gd name="connsiteY9" fmla="*/ 1 h 458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5771" h="458642">
                  <a:moveTo>
                    <a:pt x="537652" y="1"/>
                  </a:moveTo>
                  <a:cubicBezTo>
                    <a:pt x="557059" y="31"/>
                    <a:pt x="580943" y="5623"/>
                    <a:pt x="614931" y="26836"/>
                  </a:cubicBezTo>
                  <a:lnTo>
                    <a:pt x="1095771" y="261576"/>
                  </a:lnTo>
                  <a:lnTo>
                    <a:pt x="591131" y="447743"/>
                  </a:lnTo>
                  <a:cubicBezTo>
                    <a:pt x="591128" y="447743"/>
                    <a:pt x="591124" y="447743"/>
                    <a:pt x="591120" y="447742"/>
                  </a:cubicBezTo>
                  <a:cubicBezTo>
                    <a:pt x="544192" y="465372"/>
                    <a:pt x="503627" y="466243"/>
                    <a:pt x="435893" y="415015"/>
                  </a:cubicBezTo>
                  <a:lnTo>
                    <a:pt x="19646" y="176851"/>
                  </a:lnTo>
                  <a:cubicBezTo>
                    <a:pt x="-10492" y="142865"/>
                    <a:pt x="-2159" y="139232"/>
                    <a:pt x="19207" y="123994"/>
                  </a:cubicBezTo>
                  <a:lnTo>
                    <a:pt x="487241" y="6539"/>
                  </a:lnTo>
                  <a:cubicBezTo>
                    <a:pt x="503317" y="5504"/>
                    <a:pt x="518246" y="-29"/>
                    <a:pt x="537652" y="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0" name="Freeform: Shape 49">
              <a:extLst>
                <a:ext uri="{FF2B5EF4-FFF2-40B4-BE49-F238E27FC236}">
                  <a16:creationId xmlns:a16="http://schemas.microsoft.com/office/drawing/2014/main" id="{D6ED4D09-A5B5-5E31-4301-0409E60354D3}"/>
                </a:ext>
              </a:extLst>
            </p:cNvPr>
            <p:cNvSpPr/>
            <p:nvPr/>
          </p:nvSpPr>
          <p:spPr>
            <a:xfrm>
              <a:off x="5056021" y="2472275"/>
              <a:ext cx="1135030" cy="516715"/>
            </a:xfrm>
            <a:custGeom>
              <a:avLst/>
              <a:gdLst>
                <a:gd name="connsiteX0" fmla="*/ 655340 w 1135030"/>
                <a:gd name="connsiteY0" fmla="*/ 2 h 516715"/>
                <a:gd name="connsiteX1" fmla="*/ 734018 w 1135030"/>
                <a:gd name="connsiteY1" fmla="*/ 26496 h 516715"/>
                <a:gd name="connsiteX2" fmla="*/ 1100314 w 1135030"/>
                <a:gd name="connsiteY2" fmla="*/ 240779 h 516715"/>
                <a:gd name="connsiteX3" fmla="*/ 1103155 w 1135030"/>
                <a:gd name="connsiteY3" fmla="*/ 314201 h 516715"/>
                <a:gd name="connsiteX4" fmla="*/ 531387 w 1135030"/>
                <a:gd name="connsiteY4" fmla="*/ 505818 h 516715"/>
                <a:gd name="connsiteX5" fmla="*/ 376142 w 1135030"/>
                <a:gd name="connsiteY5" fmla="*/ 473079 h 516715"/>
                <a:gd name="connsiteX6" fmla="*/ 15255 w 1135030"/>
                <a:gd name="connsiteY6" fmla="*/ 239703 h 516715"/>
                <a:gd name="connsiteX7" fmla="*/ 26727 w 1135030"/>
                <a:gd name="connsiteY7" fmla="*/ 174833 h 516715"/>
                <a:gd name="connsiteX8" fmla="*/ 606318 w 1135030"/>
                <a:gd name="connsiteY8" fmla="*/ 6195 h 516715"/>
                <a:gd name="connsiteX9" fmla="*/ 655340 w 1135030"/>
                <a:gd name="connsiteY9" fmla="*/ 2 h 51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5030" h="516715">
                  <a:moveTo>
                    <a:pt x="655340" y="2"/>
                  </a:moveTo>
                  <a:cubicBezTo>
                    <a:pt x="675209" y="-84"/>
                    <a:pt x="700020" y="5279"/>
                    <a:pt x="734018" y="26496"/>
                  </a:cubicBezTo>
                  <a:cubicBezTo>
                    <a:pt x="856117" y="97923"/>
                    <a:pt x="978216" y="169352"/>
                    <a:pt x="1100314" y="240779"/>
                  </a:cubicBezTo>
                  <a:cubicBezTo>
                    <a:pt x="1135615" y="262629"/>
                    <a:pt x="1155236" y="283924"/>
                    <a:pt x="1103155" y="314201"/>
                  </a:cubicBezTo>
                  <a:lnTo>
                    <a:pt x="531387" y="505818"/>
                  </a:lnTo>
                  <a:cubicBezTo>
                    <a:pt x="484447" y="523448"/>
                    <a:pt x="443874" y="524310"/>
                    <a:pt x="376142" y="473079"/>
                  </a:cubicBezTo>
                  <a:lnTo>
                    <a:pt x="15255" y="239703"/>
                  </a:lnTo>
                  <a:cubicBezTo>
                    <a:pt x="-14884" y="205720"/>
                    <a:pt x="5384" y="190075"/>
                    <a:pt x="26727" y="174833"/>
                  </a:cubicBezTo>
                  <a:lnTo>
                    <a:pt x="606318" y="6195"/>
                  </a:lnTo>
                  <a:cubicBezTo>
                    <a:pt x="620546" y="5621"/>
                    <a:pt x="635472" y="87"/>
                    <a:pt x="655340" y="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1" name="Freeform: Shape 50">
              <a:extLst>
                <a:ext uri="{FF2B5EF4-FFF2-40B4-BE49-F238E27FC236}">
                  <a16:creationId xmlns:a16="http://schemas.microsoft.com/office/drawing/2014/main" id="{2E833E9C-946B-A605-7C5B-AC929F36BC08}"/>
                </a:ext>
              </a:extLst>
            </p:cNvPr>
            <p:cNvSpPr/>
            <p:nvPr/>
          </p:nvSpPr>
          <p:spPr>
            <a:xfrm>
              <a:off x="4420334" y="2471988"/>
              <a:ext cx="460349" cy="972443"/>
            </a:xfrm>
            <a:custGeom>
              <a:avLst/>
              <a:gdLst>
                <a:gd name="connsiteX0" fmla="*/ 32602 w 460349"/>
                <a:gd name="connsiteY0" fmla="*/ 902 h 972443"/>
                <a:gd name="connsiteX1" fmla="*/ 48006 w 460349"/>
                <a:gd name="connsiteY1" fmla="*/ 7443 h 972443"/>
                <a:gd name="connsiteX2" fmla="*/ 381447 w 460349"/>
                <a:gd name="connsiteY2" fmla="*/ 223776 h 972443"/>
                <a:gd name="connsiteX3" fmla="*/ 431703 w 460349"/>
                <a:gd name="connsiteY3" fmla="*/ 336084 h 972443"/>
                <a:gd name="connsiteX4" fmla="*/ 460349 w 460349"/>
                <a:gd name="connsiteY4" fmla="*/ 931844 h 972443"/>
                <a:gd name="connsiteX5" fmla="*/ 399639 w 460349"/>
                <a:gd name="connsiteY5" fmla="*/ 958821 h 972443"/>
                <a:gd name="connsiteX6" fmla="*/ 66932 w 460349"/>
                <a:gd name="connsiteY6" fmla="*/ 705676 h 972443"/>
                <a:gd name="connsiteX7" fmla="*/ 28602 w 460349"/>
                <a:gd name="connsiteY7" fmla="*/ 638915 h 972443"/>
                <a:gd name="connsiteX8" fmla="*/ 0 w 460349"/>
                <a:gd name="connsiteY8" fmla="*/ 36498 h 972443"/>
                <a:gd name="connsiteX9" fmla="*/ 32602 w 460349"/>
                <a:gd name="connsiteY9" fmla="*/ 902 h 97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60349" h="972443">
                  <a:moveTo>
                    <a:pt x="32602" y="902"/>
                  </a:moveTo>
                  <a:cubicBezTo>
                    <a:pt x="37725" y="2124"/>
                    <a:pt x="42982" y="4496"/>
                    <a:pt x="48006" y="7443"/>
                  </a:cubicBezTo>
                  <a:lnTo>
                    <a:pt x="381447" y="223776"/>
                  </a:lnTo>
                  <a:cubicBezTo>
                    <a:pt x="416033" y="254441"/>
                    <a:pt x="434995" y="301924"/>
                    <a:pt x="431703" y="336084"/>
                  </a:cubicBezTo>
                  <a:lnTo>
                    <a:pt x="460349" y="931844"/>
                  </a:lnTo>
                  <a:cubicBezTo>
                    <a:pt x="458905" y="958717"/>
                    <a:pt x="453945" y="991407"/>
                    <a:pt x="399639" y="958821"/>
                  </a:cubicBezTo>
                  <a:lnTo>
                    <a:pt x="66932" y="705676"/>
                  </a:lnTo>
                  <a:cubicBezTo>
                    <a:pt x="53986" y="694451"/>
                    <a:pt x="35635" y="673885"/>
                    <a:pt x="28602" y="638915"/>
                  </a:cubicBezTo>
                  <a:lnTo>
                    <a:pt x="0" y="36498"/>
                  </a:lnTo>
                  <a:cubicBezTo>
                    <a:pt x="3069" y="3920"/>
                    <a:pt x="17234" y="-2765"/>
                    <a:pt x="32602" y="9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2" name="Freeform: Shape 51">
              <a:extLst>
                <a:ext uri="{FF2B5EF4-FFF2-40B4-BE49-F238E27FC236}">
                  <a16:creationId xmlns:a16="http://schemas.microsoft.com/office/drawing/2014/main" id="{987AE287-CBED-C9FA-4FE3-D15AAB9EDD88}"/>
                </a:ext>
              </a:extLst>
            </p:cNvPr>
            <p:cNvSpPr/>
            <p:nvPr/>
          </p:nvSpPr>
          <p:spPr>
            <a:xfrm>
              <a:off x="6461222" y="2543221"/>
              <a:ext cx="1199094" cy="561629"/>
            </a:xfrm>
            <a:custGeom>
              <a:avLst/>
              <a:gdLst>
                <a:gd name="connsiteX0" fmla="*/ 658800 w 1199094"/>
                <a:gd name="connsiteY0" fmla="*/ 39 h 561629"/>
                <a:gd name="connsiteX1" fmla="*/ 732806 w 1199094"/>
                <a:gd name="connsiteY1" fmla="*/ 28456 h 561629"/>
                <a:gd name="connsiteX2" fmla="*/ 1164376 w 1199094"/>
                <a:gd name="connsiteY2" fmla="*/ 281641 h 561629"/>
                <a:gd name="connsiteX3" fmla="*/ 1167232 w 1199094"/>
                <a:gd name="connsiteY3" fmla="*/ 355056 h 561629"/>
                <a:gd name="connsiteX4" fmla="*/ 1167235 w 1199094"/>
                <a:gd name="connsiteY4" fmla="*/ 355051 h 561629"/>
                <a:gd name="connsiteX5" fmla="*/ 610329 w 1199094"/>
                <a:gd name="connsiteY5" fmla="*/ 550722 h 561629"/>
                <a:gd name="connsiteX6" fmla="*/ 455103 w 1199094"/>
                <a:gd name="connsiteY6" fmla="*/ 517994 h 561629"/>
                <a:gd name="connsiteX7" fmla="*/ 15252 w 1199094"/>
                <a:gd name="connsiteY7" fmla="*/ 275340 h 561629"/>
                <a:gd name="connsiteX8" fmla="*/ 26734 w 1199094"/>
                <a:gd name="connsiteY8" fmla="*/ 210453 h 561629"/>
                <a:gd name="connsiteX9" fmla="*/ 605111 w 1199094"/>
                <a:gd name="connsiteY9" fmla="*/ 8144 h 561629"/>
                <a:gd name="connsiteX10" fmla="*/ 658800 w 1199094"/>
                <a:gd name="connsiteY10" fmla="*/ 39 h 5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9094" h="561629">
                  <a:moveTo>
                    <a:pt x="658800" y="39"/>
                  </a:moveTo>
                  <a:cubicBezTo>
                    <a:pt x="677113" y="593"/>
                    <a:pt x="698812" y="7233"/>
                    <a:pt x="732806" y="28456"/>
                  </a:cubicBezTo>
                  <a:lnTo>
                    <a:pt x="1164376" y="281641"/>
                  </a:lnTo>
                  <a:cubicBezTo>
                    <a:pt x="1199688" y="303493"/>
                    <a:pt x="1219290" y="324779"/>
                    <a:pt x="1167232" y="355056"/>
                  </a:cubicBezTo>
                  <a:lnTo>
                    <a:pt x="1167235" y="355051"/>
                  </a:lnTo>
                  <a:lnTo>
                    <a:pt x="610329" y="550722"/>
                  </a:lnTo>
                  <a:cubicBezTo>
                    <a:pt x="563393" y="568367"/>
                    <a:pt x="522835" y="569225"/>
                    <a:pt x="455103" y="517994"/>
                  </a:cubicBezTo>
                  <a:lnTo>
                    <a:pt x="15252" y="275340"/>
                  </a:lnTo>
                  <a:cubicBezTo>
                    <a:pt x="-14883" y="241348"/>
                    <a:pt x="5385" y="225703"/>
                    <a:pt x="26734" y="210453"/>
                  </a:cubicBezTo>
                  <a:lnTo>
                    <a:pt x="605111" y="8144"/>
                  </a:lnTo>
                  <a:cubicBezTo>
                    <a:pt x="625561" y="5019"/>
                    <a:pt x="640487" y="-514"/>
                    <a:pt x="658800" y="39"/>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3" name="Freeform: Shape 52">
              <a:extLst>
                <a:ext uri="{FF2B5EF4-FFF2-40B4-BE49-F238E27FC236}">
                  <a16:creationId xmlns:a16="http://schemas.microsoft.com/office/drawing/2014/main" id="{E6A55DE6-A9B7-4C85-5C0D-FAE79CD74A82}"/>
                </a:ext>
              </a:extLst>
            </p:cNvPr>
            <p:cNvSpPr/>
            <p:nvPr/>
          </p:nvSpPr>
          <p:spPr>
            <a:xfrm>
              <a:off x="7766704" y="2746914"/>
              <a:ext cx="658506" cy="942749"/>
            </a:xfrm>
            <a:custGeom>
              <a:avLst/>
              <a:gdLst>
                <a:gd name="connsiteX0" fmla="*/ 610676 w 658506"/>
                <a:gd name="connsiteY0" fmla="*/ 298 h 942749"/>
                <a:gd name="connsiteX1" fmla="*/ 658101 w 658506"/>
                <a:gd name="connsiteY1" fmla="*/ 64252 h 942749"/>
                <a:gd name="connsiteX2" fmla="*/ 578828 w 658506"/>
                <a:gd name="connsiteY2" fmla="*/ 602135 h 942749"/>
                <a:gd name="connsiteX3" fmla="*/ 503910 w 658506"/>
                <a:gd name="connsiteY3" fmla="*/ 747456 h 942749"/>
                <a:gd name="connsiteX4" fmla="*/ 97634 w 658506"/>
                <a:gd name="connsiteY4" fmla="*/ 927579 h 942749"/>
                <a:gd name="connsiteX5" fmla="*/ 582 w 658506"/>
                <a:gd name="connsiteY5" fmla="*/ 869747 h 942749"/>
                <a:gd name="connsiteX6" fmla="*/ 45580 w 658506"/>
                <a:gd name="connsiteY6" fmla="*/ 338483 h 942749"/>
                <a:gd name="connsiteX7" fmla="*/ 155324 w 658506"/>
                <a:gd name="connsiteY7" fmla="*/ 178846 h 942749"/>
                <a:gd name="connsiteX8" fmla="*/ 573105 w 658506"/>
                <a:gd name="connsiteY8" fmla="*/ 10682 h 942749"/>
                <a:gd name="connsiteX9" fmla="*/ 573117 w 658506"/>
                <a:gd name="connsiteY9" fmla="*/ 10684 h 942749"/>
                <a:gd name="connsiteX10" fmla="*/ 610676 w 658506"/>
                <a:gd name="connsiteY10" fmla="*/ 298 h 94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8506" h="942749">
                  <a:moveTo>
                    <a:pt x="610676" y="298"/>
                  </a:moveTo>
                  <a:cubicBezTo>
                    <a:pt x="643518" y="-2709"/>
                    <a:pt x="661486" y="16971"/>
                    <a:pt x="658101" y="64252"/>
                  </a:cubicBezTo>
                  <a:lnTo>
                    <a:pt x="578828" y="602135"/>
                  </a:lnTo>
                  <a:cubicBezTo>
                    <a:pt x="568405" y="697522"/>
                    <a:pt x="554798" y="704296"/>
                    <a:pt x="503910" y="747456"/>
                  </a:cubicBezTo>
                  <a:lnTo>
                    <a:pt x="97634" y="927579"/>
                  </a:lnTo>
                  <a:cubicBezTo>
                    <a:pt x="38031" y="958941"/>
                    <a:pt x="-5585" y="942629"/>
                    <a:pt x="582" y="869747"/>
                  </a:cubicBezTo>
                  <a:lnTo>
                    <a:pt x="45580" y="338483"/>
                  </a:lnTo>
                  <a:cubicBezTo>
                    <a:pt x="54368" y="275426"/>
                    <a:pt x="68804" y="203332"/>
                    <a:pt x="155324" y="178846"/>
                  </a:cubicBezTo>
                  <a:lnTo>
                    <a:pt x="573105" y="10682"/>
                  </a:lnTo>
                  <a:lnTo>
                    <a:pt x="573117" y="10684"/>
                  </a:lnTo>
                  <a:cubicBezTo>
                    <a:pt x="587129" y="4823"/>
                    <a:pt x="599729" y="1300"/>
                    <a:pt x="610676" y="29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4" name="Freeform: Shape 53">
              <a:extLst>
                <a:ext uri="{FF2B5EF4-FFF2-40B4-BE49-F238E27FC236}">
                  <a16:creationId xmlns:a16="http://schemas.microsoft.com/office/drawing/2014/main" id="{8B42DE72-72C4-9E53-0D8B-6B713E222CE7}"/>
                </a:ext>
              </a:extLst>
            </p:cNvPr>
            <p:cNvSpPr/>
            <p:nvPr/>
          </p:nvSpPr>
          <p:spPr>
            <a:xfrm>
              <a:off x="4907460" y="2812795"/>
              <a:ext cx="517731" cy="1042352"/>
            </a:xfrm>
            <a:custGeom>
              <a:avLst/>
              <a:gdLst>
                <a:gd name="connsiteX0" fmla="*/ 32606 w 517731"/>
                <a:gd name="connsiteY0" fmla="*/ 904 h 1042352"/>
                <a:gd name="connsiteX1" fmla="*/ 48010 w 517731"/>
                <a:gd name="connsiteY1" fmla="*/ 7447 h 1042352"/>
                <a:gd name="connsiteX2" fmla="*/ 48015 w 517731"/>
                <a:gd name="connsiteY2" fmla="*/ 7438 h 1042352"/>
                <a:gd name="connsiteX3" fmla="*/ 422238 w 517731"/>
                <a:gd name="connsiteY3" fmla="*/ 247006 h 1042352"/>
                <a:gd name="connsiteX4" fmla="*/ 472494 w 517731"/>
                <a:gd name="connsiteY4" fmla="*/ 359316 h 1042352"/>
                <a:gd name="connsiteX5" fmla="*/ 517731 w 517731"/>
                <a:gd name="connsiteY5" fmla="*/ 1001760 h 1042352"/>
                <a:gd name="connsiteX6" fmla="*/ 457011 w 517731"/>
                <a:gd name="connsiteY6" fmla="*/ 1028733 h 1042352"/>
                <a:gd name="connsiteX7" fmla="*/ 74007 w 517731"/>
                <a:gd name="connsiteY7" fmla="*/ 753739 h 1042352"/>
                <a:gd name="connsiteX8" fmla="*/ 35672 w 517731"/>
                <a:gd name="connsiteY8" fmla="*/ 686964 h 1042352"/>
                <a:gd name="connsiteX9" fmla="*/ 0 w 517731"/>
                <a:gd name="connsiteY9" fmla="*/ 36488 h 1042352"/>
                <a:gd name="connsiteX10" fmla="*/ 32606 w 517731"/>
                <a:gd name="connsiteY10" fmla="*/ 904 h 1042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7731" h="1042352">
                  <a:moveTo>
                    <a:pt x="32606" y="904"/>
                  </a:moveTo>
                  <a:cubicBezTo>
                    <a:pt x="37729" y="2127"/>
                    <a:pt x="42986" y="4500"/>
                    <a:pt x="48010" y="7447"/>
                  </a:cubicBezTo>
                  <a:lnTo>
                    <a:pt x="48015" y="7438"/>
                  </a:lnTo>
                  <a:lnTo>
                    <a:pt x="422238" y="247006"/>
                  </a:lnTo>
                  <a:cubicBezTo>
                    <a:pt x="456825" y="277672"/>
                    <a:pt x="475787" y="325155"/>
                    <a:pt x="472494" y="359316"/>
                  </a:cubicBezTo>
                  <a:lnTo>
                    <a:pt x="517731" y="1001760"/>
                  </a:lnTo>
                  <a:cubicBezTo>
                    <a:pt x="516286" y="1028633"/>
                    <a:pt x="511323" y="1061309"/>
                    <a:pt x="457011" y="1028733"/>
                  </a:cubicBezTo>
                  <a:lnTo>
                    <a:pt x="74007" y="753739"/>
                  </a:lnTo>
                  <a:cubicBezTo>
                    <a:pt x="61075" y="742511"/>
                    <a:pt x="42725" y="721946"/>
                    <a:pt x="35672" y="686964"/>
                  </a:cubicBezTo>
                  <a:lnTo>
                    <a:pt x="0" y="36488"/>
                  </a:lnTo>
                  <a:cubicBezTo>
                    <a:pt x="3069" y="3910"/>
                    <a:pt x="17236" y="-2766"/>
                    <a:pt x="32606" y="9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5" name="Freeform: Shape 54">
              <a:extLst>
                <a:ext uri="{FF2B5EF4-FFF2-40B4-BE49-F238E27FC236}">
                  <a16:creationId xmlns:a16="http://schemas.microsoft.com/office/drawing/2014/main" id="{FFA1F04A-E1B3-A9A7-1874-D7B42E0C623A}"/>
                </a:ext>
              </a:extLst>
            </p:cNvPr>
            <p:cNvSpPr/>
            <p:nvPr/>
          </p:nvSpPr>
          <p:spPr>
            <a:xfrm>
              <a:off x="5613941" y="2824582"/>
              <a:ext cx="1238865" cy="630442"/>
            </a:xfrm>
            <a:custGeom>
              <a:avLst/>
              <a:gdLst>
                <a:gd name="connsiteX0" fmla="*/ 699085 w 1238865"/>
                <a:gd name="connsiteY0" fmla="*/ 86 h 630442"/>
                <a:gd name="connsiteX1" fmla="*/ 772575 w 1238865"/>
                <a:gd name="connsiteY1" fmla="*/ 29367 h 630442"/>
                <a:gd name="connsiteX2" fmla="*/ 1204142 w 1238865"/>
                <a:gd name="connsiteY2" fmla="*/ 282557 h 630442"/>
                <a:gd name="connsiteX3" fmla="*/ 1207006 w 1238865"/>
                <a:gd name="connsiteY3" fmla="*/ 355981 h 630442"/>
                <a:gd name="connsiteX4" fmla="*/ 1206997 w 1238865"/>
                <a:gd name="connsiteY4" fmla="*/ 355975 h 630442"/>
                <a:gd name="connsiteX5" fmla="*/ 599509 w 1238865"/>
                <a:gd name="connsiteY5" fmla="*/ 619552 h 630442"/>
                <a:gd name="connsiteX6" fmla="*/ 444289 w 1238865"/>
                <a:gd name="connsiteY6" fmla="*/ 586814 h 630442"/>
                <a:gd name="connsiteX7" fmla="*/ 15257 w 1238865"/>
                <a:gd name="connsiteY7" fmla="*/ 303278 h 630442"/>
                <a:gd name="connsiteX8" fmla="*/ 26740 w 1238865"/>
                <a:gd name="connsiteY8" fmla="*/ 238390 h 630442"/>
                <a:gd name="connsiteX9" fmla="*/ 644879 w 1238865"/>
                <a:gd name="connsiteY9" fmla="*/ 9057 h 630442"/>
                <a:gd name="connsiteX10" fmla="*/ 699085 w 1238865"/>
                <a:gd name="connsiteY10" fmla="*/ 86 h 630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865" h="630442">
                  <a:moveTo>
                    <a:pt x="699085" y="86"/>
                  </a:moveTo>
                  <a:cubicBezTo>
                    <a:pt x="717225" y="928"/>
                    <a:pt x="738580" y="8145"/>
                    <a:pt x="772575" y="29367"/>
                  </a:cubicBezTo>
                  <a:cubicBezTo>
                    <a:pt x="916430" y="113764"/>
                    <a:pt x="1060287" y="198160"/>
                    <a:pt x="1204142" y="282557"/>
                  </a:cubicBezTo>
                  <a:cubicBezTo>
                    <a:pt x="1239453" y="304413"/>
                    <a:pt x="1259065" y="325703"/>
                    <a:pt x="1207006" y="355981"/>
                  </a:cubicBezTo>
                  <a:lnTo>
                    <a:pt x="1206997" y="355975"/>
                  </a:lnTo>
                  <a:lnTo>
                    <a:pt x="599509" y="619552"/>
                  </a:lnTo>
                  <a:cubicBezTo>
                    <a:pt x="552574" y="637172"/>
                    <a:pt x="512002" y="638035"/>
                    <a:pt x="444289" y="586814"/>
                  </a:cubicBezTo>
                  <a:lnTo>
                    <a:pt x="15257" y="303278"/>
                  </a:lnTo>
                  <a:cubicBezTo>
                    <a:pt x="-14886" y="269279"/>
                    <a:pt x="5386" y="253650"/>
                    <a:pt x="26740" y="238390"/>
                  </a:cubicBezTo>
                  <a:lnTo>
                    <a:pt x="644879" y="9057"/>
                  </a:lnTo>
                  <a:cubicBezTo>
                    <a:pt x="666018" y="4777"/>
                    <a:pt x="680944" y="-756"/>
                    <a:pt x="699085" y="86"/>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6" name="Freeform: Shape 55">
              <a:extLst>
                <a:ext uri="{FF2B5EF4-FFF2-40B4-BE49-F238E27FC236}">
                  <a16:creationId xmlns:a16="http://schemas.microsoft.com/office/drawing/2014/main" id="{4CF023FD-9433-F4C2-C2B5-5D5433BF8878}"/>
                </a:ext>
              </a:extLst>
            </p:cNvPr>
            <p:cNvSpPr/>
            <p:nvPr/>
          </p:nvSpPr>
          <p:spPr>
            <a:xfrm>
              <a:off x="7020576" y="3019504"/>
              <a:ext cx="704697" cy="986214"/>
            </a:xfrm>
            <a:custGeom>
              <a:avLst/>
              <a:gdLst>
                <a:gd name="connsiteX0" fmla="*/ 656863 w 704697"/>
                <a:gd name="connsiteY0" fmla="*/ 297 h 986214"/>
                <a:gd name="connsiteX1" fmla="*/ 704293 w 704697"/>
                <a:gd name="connsiteY1" fmla="*/ 64255 h 986214"/>
                <a:gd name="connsiteX2" fmla="*/ 653004 w 704697"/>
                <a:gd name="connsiteY2" fmla="*/ 628945 h 986214"/>
                <a:gd name="connsiteX3" fmla="*/ 578093 w 704697"/>
                <a:gd name="connsiteY3" fmla="*/ 774269 h 986214"/>
                <a:gd name="connsiteX4" fmla="*/ 97651 w 704697"/>
                <a:gd name="connsiteY4" fmla="*/ 971044 h 986214"/>
                <a:gd name="connsiteX5" fmla="*/ 582 w 704697"/>
                <a:gd name="connsiteY5" fmla="*/ 913202 h 986214"/>
                <a:gd name="connsiteX6" fmla="*/ 25574 w 704697"/>
                <a:gd name="connsiteY6" fmla="*/ 353129 h 986214"/>
                <a:gd name="connsiteX7" fmla="*/ 135318 w 704697"/>
                <a:gd name="connsiteY7" fmla="*/ 193492 h 986214"/>
                <a:gd name="connsiteX8" fmla="*/ 619297 w 704697"/>
                <a:gd name="connsiteY8" fmla="*/ 10685 h 986214"/>
                <a:gd name="connsiteX9" fmla="*/ 619300 w 704697"/>
                <a:gd name="connsiteY9" fmla="*/ 10681 h 986214"/>
                <a:gd name="connsiteX10" fmla="*/ 656863 w 704697"/>
                <a:gd name="connsiteY10" fmla="*/ 297 h 986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4697" h="986214">
                  <a:moveTo>
                    <a:pt x="656863" y="297"/>
                  </a:moveTo>
                  <a:cubicBezTo>
                    <a:pt x="689707" y="-2707"/>
                    <a:pt x="707672" y="16971"/>
                    <a:pt x="704293" y="64255"/>
                  </a:cubicBezTo>
                  <a:lnTo>
                    <a:pt x="653004" y="628945"/>
                  </a:lnTo>
                  <a:cubicBezTo>
                    <a:pt x="642572" y="724324"/>
                    <a:pt x="628969" y="731100"/>
                    <a:pt x="578093" y="774269"/>
                  </a:cubicBezTo>
                  <a:lnTo>
                    <a:pt x="97651" y="971044"/>
                  </a:lnTo>
                  <a:cubicBezTo>
                    <a:pt x="38036" y="1002410"/>
                    <a:pt x="-5585" y="986085"/>
                    <a:pt x="582" y="913202"/>
                  </a:cubicBezTo>
                  <a:lnTo>
                    <a:pt x="25574" y="353129"/>
                  </a:lnTo>
                  <a:cubicBezTo>
                    <a:pt x="34362" y="290071"/>
                    <a:pt x="48797" y="217978"/>
                    <a:pt x="135318" y="193492"/>
                  </a:cubicBezTo>
                  <a:lnTo>
                    <a:pt x="619297" y="10685"/>
                  </a:lnTo>
                  <a:lnTo>
                    <a:pt x="619300" y="10681"/>
                  </a:lnTo>
                  <a:cubicBezTo>
                    <a:pt x="633315" y="4821"/>
                    <a:pt x="645916" y="1299"/>
                    <a:pt x="656863" y="29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7" name="Freeform: Shape 56">
              <a:extLst>
                <a:ext uri="{FF2B5EF4-FFF2-40B4-BE49-F238E27FC236}">
                  <a16:creationId xmlns:a16="http://schemas.microsoft.com/office/drawing/2014/main" id="{ACE064A2-ED89-3D77-1B93-4DD4F97F41ED}"/>
                </a:ext>
              </a:extLst>
            </p:cNvPr>
            <p:cNvSpPr/>
            <p:nvPr/>
          </p:nvSpPr>
          <p:spPr>
            <a:xfrm>
              <a:off x="5477498" y="3212271"/>
              <a:ext cx="582774" cy="1121757"/>
            </a:xfrm>
            <a:custGeom>
              <a:avLst/>
              <a:gdLst>
                <a:gd name="connsiteX0" fmla="*/ 32606 w 582774"/>
                <a:gd name="connsiteY0" fmla="*/ 902 h 1121757"/>
                <a:gd name="connsiteX1" fmla="*/ 48006 w 582774"/>
                <a:gd name="connsiteY1" fmla="*/ 7441 h 1121757"/>
                <a:gd name="connsiteX2" fmla="*/ 516163 w 582774"/>
                <a:gd name="connsiteY2" fmla="*/ 322104 h 1121757"/>
                <a:gd name="connsiteX3" fmla="*/ 566405 w 582774"/>
                <a:gd name="connsiteY3" fmla="*/ 434417 h 1121757"/>
                <a:gd name="connsiteX4" fmla="*/ 582774 w 582774"/>
                <a:gd name="connsiteY4" fmla="*/ 1081163 h 1121757"/>
                <a:gd name="connsiteX5" fmla="*/ 522073 w 582774"/>
                <a:gd name="connsiteY5" fmla="*/ 1108145 h 1121757"/>
                <a:gd name="connsiteX6" fmla="*/ 73368 w 582774"/>
                <a:gd name="connsiteY6" fmla="*/ 774870 h 1121757"/>
                <a:gd name="connsiteX7" fmla="*/ 35044 w 582774"/>
                <a:gd name="connsiteY7" fmla="*/ 708100 h 1121757"/>
                <a:gd name="connsiteX8" fmla="*/ 0 w 582774"/>
                <a:gd name="connsiteY8" fmla="*/ 36496 h 1121757"/>
                <a:gd name="connsiteX9" fmla="*/ 32606 w 582774"/>
                <a:gd name="connsiteY9" fmla="*/ 902 h 112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2774" h="1121757">
                  <a:moveTo>
                    <a:pt x="32606" y="902"/>
                  </a:moveTo>
                  <a:cubicBezTo>
                    <a:pt x="37729" y="2124"/>
                    <a:pt x="42984" y="4496"/>
                    <a:pt x="48006" y="7441"/>
                  </a:cubicBezTo>
                  <a:lnTo>
                    <a:pt x="516163" y="322104"/>
                  </a:lnTo>
                  <a:cubicBezTo>
                    <a:pt x="550751" y="352770"/>
                    <a:pt x="569697" y="400257"/>
                    <a:pt x="566405" y="434417"/>
                  </a:cubicBezTo>
                  <a:lnTo>
                    <a:pt x="582774" y="1081163"/>
                  </a:lnTo>
                  <a:cubicBezTo>
                    <a:pt x="581321" y="1108031"/>
                    <a:pt x="576366" y="1140711"/>
                    <a:pt x="522073" y="1108145"/>
                  </a:cubicBezTo>
                  <a:lnTo>
                    <a:pt x="73368" y="774870"/>
                  </a:lnTo>
                  <a:cubicBezTo>
                    <a:pt x="60429" y="763636"/>
                    <a:pt x="42081" y="743087"/>
                    <a:pt x="35044" y="708100"/>
                  </a:cubicBezTo>
                  <a:lnTo>
                    <a:pt x="0" y="36496"/>
                  </a:lnTo>
                  <a:cubicBezTo>
                    <a:pt x="3069" y="3918"/>
                    <a:pt x="17239" y="-2763"/>
                    <a:pt x="32606" y="9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dirty="0"/>
            </a:p>
          </p:txBody>
        </p:sp>
        <p:sp>
          <p:nvSpPr>
            <p:cNvPr id="58" name="Freeform: Shape 57">
              <a:extLst>
                <a:ext uri="{FF2B5EF4-FFF2-40B4-BE49-F238E27FC236}">
                  <a16:creationId xmlns:a16="http://schemas.microsoft.com/office/drawing/2014/main" id="{289D3D88-D9AA-AD20-D4A2-D7AC6B9E66B7}"/>
                </a:ext>
              </a:extLst>
            </p:cNvPr>
            <p:cNvSpPr/>
            <p:nvPr/>
          </p:nvSpPr>
          <p:spPr>
            <a:xfrm>
              <a:off x="6182888" y="3315769"/>
              <a:ext cx="757244" cy="1063074"/>
            </a:xfrm>
            <a:custGeom>
              <a:avLst/>
              <a:gdLst>
                <a:gd name="connsiteX0" fmla="*/ 709412 w 757244"/>
                <a:gd name="connsiteY0" fmla="*/ 298 h 1063074"/>
                <a:gd name="connsiteX1" fmla="*/ 756838 w 757244"/>
                <a:gd name="connsiteY1" fmla="*/ 64249 h 1063074"/>
                <a:gd name="connsiteX2" fmla="*/ 725033 w 757244"/>
                <a:gd name="connsiteY2" fmla="*/ 647307 h 1063074"/>
                <a:gd name="connsiteX3" fmla="*/ 650112 w 757244"/>
                <a:gd name="connsiteY3" fmla="*/ 792627 h 1063074"/>
                <a:gd name="connsiteX4" fmla="*/ 97623 w 757244"/>
                <a:gd name="connsiteY4" fmla="*/ 1047902 h 1063074"/>
                <a:gd name="connsiteX5" fmla="*/ 582 w 757244"/>
                <a:gd name="connsiteY5" fmla="*/ 990077 h 1063074"/>
                <a:gd name="connsiteX6" fmla="*/ 45 w 757244"/>
                <a:gd name="connsiteY6" fmla="*/ 387734 h 1063074"/>
                <a:gd name="connsiteX7" fmla="*/ 109775 w 757244"/>
                <a:gd name="connsiteY7" fmla="*/ 228101 h 1063074"/>
                <a:gd name="connsiteX8" fmla="*/ 671851 w 757244"/>
                <a:gd name="connsiteY8" fmla="*/ 10686 h 1063074"/>
                <a:gd name="connsiteX9" fmla="*/ 709412 w 757244"/>
                <a:gd name="connsiteY9" fmla="*/ 298 h 1063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244" h="1063074">
                  <a:moveTo>
                    <a:pt x="709412" y="298"/>
                  </a:moveTo>
                  <a:cubicBezTo>
                    <a:pt x="742255" y="-2711"/>
                    <a:pt x="760226" y="16966"/>
                    <a:pt x="756838" y="64249"/>
                  </a:cubicBezTo>
                  <a:lnTo>
                    <a:pt x="725033" y="647307"/>
                  </a:lnTo>
                  <a:cubicBezTo>
                    <a:pt x="714595" y="742696"/>
                    <a:pt x="700997" y="749462"/>
                    <a:pt x="650112" y="792627"/>
                  </a:cubicBezTo>
                  <a:lnTo>
                    <a:pt x="97623" y="1047902"/>
                  </a:lnTo>
                  <a:cubicBezTo>
                    <a:pt x="38023" y="1079265"/>
                    <a:pt x="-5584" y="1062960"/>
                    <a:pt x="582" y="990077"/>
                  </a:cubicBezTo>
                  <a:lnTo>
                    <a:pt x="45" y="387734"/>
                  </a:lnTo>
                  <a:cubicBezTo>
                    <a:pt x="8818" y="324679"/>
                    <a:pt x="23264" y="252593"/>
                    <a:pt x="109775" y="228101"/>
                  </a:cubicBezTo>
                  <a:lnTo>
                    <a:pt x="671851" y="10686"/>
                  </a:lnTo>
                  <a:cubicBezTo>
                    <a:pt x="685864" y="4824"/>
                    <a:pt x="698464" y="1301"/>
                    <a:pt x="709412" y="29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59" name="Freeform: Shape 58">
              <a:extLst>
                <a:ext uri="{FF2B5EF4-FFF2-40B4-BE49-F238E27FC236}">
                  <a16:creationId xmlns:a16="http://schemas.microsoft.com/office/drawing/2014/main" id="{86313AB2-CE10-DB4F-7DAD-7958E67F373D}"/>
                </a:ext>
              </a:extLst>
            </p:cNvPr>
            <p:cNvSpPr/>
            <p:nvPr/>
          </p:nvSpPr>
          <p:spPr>
            <a:xfrm>
              <a:off x="4957274" y="3710735"/>
              <a:ext cx="497127" cy="998430"/>
            </a:xfrm>
            <a:custGeom>
              <a:avLst/>
              <a:gdLst>
                <a:gd name="connsiteX0" fmla="*/ 32159 w 497127"/>
                <a:gd name="connsiteY0" fmla="*/ 805 h 998430"/>
                <a:gd name="connsiteX1" fmla="*/ 47675 w 497127"/>
                <a:gd name="connsiteY1" fmla="*/ 7135 h 998430"/>
                <a:gd name="connsiteX2" fmla="*/ 415618 w 497127"/>
                <a:gd name="connsiteY2" fmla="*/ 284688 h 998430"/>
                <a:gd name="connsiteX3" fmla="*/ 467493 w 497127"/>
                <a:gd name="connsiteY3" fmla="*/ 396474 h 998430"/>
                <a:gd name="connsiteX4" fmla="*/ 497127 w 497127"/>
                <a:gd name="connsiteY4" fmla="*/ 957454 h 998430"/>
                <a:gd name="connsiteX5" fmla="*/ 436698 w 497127"/>
                <a:gd name="connsiteY5" fmla="*/ 985294 h 998430"/>
                <a:gd name="connsiteX6" fmla="*/ 61598 w 497127"/>
                <a:gd name="connsiteY6" fmla="*/ 671335 h 998430"/>
                <a:gd name="connsiteX7" fmla="*/ 22296 w 497127"/>
                <a:gd name="connsiteY7" fmla="*/ 604998 h 998430"/>
                <a:gd name="connsiteX8" fmla="*/ 0 w 497127"/>
                <a:gd name="connsiteY8" fmla="*/ 36895 h 998430"/>
                <a:gd name="connsiteX9" fmla="*/ 32159 w 497127"/>
                <a:gd name="connsiteY9" fmla="*/ 805 h 998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127" h="998430">
                  <a:moveTo>
                    <a:pt x="32159" y="805"/>
                  </a:moveTo>
                  <a:cubicBezTo>
                    <a:pt x="37307" y="1956"/>
                    <a:pt x="42604" y="4257"/>
                    <a:pt x="47675" y="7135"/>
                  </a:cubicBezTo>
                  <a:lnTo>
                    <a:pt x="415618" y="284688"/>
                  </a:lnTo>
                  <a:cubicBezTo>
                    <a:pt x="450678" y="314920"/>
                    <a:pt x="470323" y="362209"/>
                    <a:pt x="467493" y="396474"/>
                  </a:cubicBezTo>
                  <a:lnTo>
                    <a:pt x="497127" y="957454"/>
                  </a:lnTo>
                  <a:cubicBezTo>
                    <a:pt x="496048" y="984372"/>
                    <a:pt x="491538" y="1017168"/>
                    <a:pt x="436698" y="985294"/>
                  </a:cubicBezTo>
                  <a:lnTo>
                    <a:pt x="61598" y="671335"/>
                  </a:lnTo>
                  <a:cubicBezTo>
                    <a:pt x="48484" y="660263"/>
                    <a:pt x="29840" y="639933"/>
                    <a:pt x="22296" y="604998"/>
                  </a:cubicBezTo>
                  <a:lnTo>
                    <a:pt x="0" y="36895"/>
                  </a:lnTo>
                  <a:cubicBezTo>
                    <a:pt x="2620" y="4235"/>
                    <a:pt x="16717" y="-2650"/>
                    <a:pt x="32159" y="80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400" b="1" dirty="0">
                  <a:effectLst>
                    <a:outerShdw blurRad="38100" dist="38100" dir="2700000" algn="tl">
                      <a:srgbClr val="000000">
                        <a:alpha val="43137"/>
                      </a:srgbClr>
                    </a:outerShdw>
                  </a:effectLst>
                </a:rPr>
                <a:t>3</a:t>
              </a:r>
            </a:p>
          </p:txBody>
        </p:sp>
        <p:sp>
          <p:nvSpPr>
            <p:cNvPr id="60" name="Freeform: Shape 59">
              <a:extLst>
                <a:ext uri="{FF2B5EF4-FFF2-40B4-BE49-F238E27FC236}">
                  <a16:creationId xmlns:a16="http://schemas.microsoft.com/office/drawing/2014/main" id="{7E0B45B3-B334-7570-9427-2BDA1CE8FFBE}"/>
                </a:ext>
              </a:extLst>
            </p:cNvPr>
            <p:cNvSpPr/>
            <p:nvPr/>
          </p:nvSpPr>
          <p:spPr>
            <a:xfrm>
              <a:off x="6969168" y="3926539"/>
              <a:ext cx="673635" cy="944235"/>
            </a:xfrm>
            <a:custGeom>
              <a:avLst/>
              <a:gdLst>
                <a:gd name="connsiteX0" fmla="*/ 624987 w 673635"/>
                <a:gd name="connsiteY0" fmla="*/ 391 h 944235"/>
                <a:gd name="connsiteX1" fmla="*/ 673364 w 673635"/>
                <a:gd name="connsiteY1" fmla="*/ 63780 h 944235"/>
                <a:gd name="connsiteX2" fmla="*/ 617750 w 673635"/>
                <a:gd name="connsiteY2" fmla="*/ 552349 h 944235"/>
                <a:gd name="connsiteX3" fmla="*/ 544735 w 673635"/>
                <a:gd name="connsiteY3" fmla="*/ 698904 h 944235"/>
                <a:gd name="connsiteX4" fmla="*/ 98395 w 673635"/>
                <a:gd name="connsiteY4" fmla="*/ 928330 h 944235"/>
                <a:gd name="connsiteX5" fmla="*/ 416 w 673635"/>
                <a:gd name="connsiteY5" fmla="*/ 871762 h 944235"/>
                <a:gd name="connsiteX6" fmla="*/ 19810 w 673635"/>
                <a:gd name="connsiteY6" fmla="*/ 381651 h 944235"/>
                <a:gd name="connsiteX7" fmla="*/ 127504 w 673635"/>
                <a:gd name="connsiteY7" fmla="*/ 220252 h 944235"/>
                <a:gd name="connsiteX8" fmla="*/ 587514 w 673635"/>
                <a:gd name="connsiteY8" fmla="*/ 11313 h 944235"/>
                <a:gd name="connsiteX9" fmla="*/ 624987 w 673635"/>
                <a:gd name="connsiteY9" fmla="*/ 391 h 944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3635" h="944235">
                  <a:moveTo>
                    <a:pt x="624987" y="391"/>
                  </a:moveTo>
                  <a:cubicBezTo>
                    <a:pt x="657838" y="-3074"/>
                    <a:pt x="676111" y="16385"/>
                    <a:pt x="673364" y="63780"/>
                  </a:cubicBezTo>
                  <a:lnTo>
                    <a:pt x="617750" y="552349"/>
                  </a:lnTo>
                  <a:cubicBezTo>
                    <a:pt x="608639" y="648020"/>
                    <a:pt x="595087" y="654982"/>
                    <a:pt x="544735" y="698904"/>
                  </a:cubicBezTo>
                  <a:lnTo>
                    <a:pt x="98395" y="928330"/>
                  </a:lnTo>
                  <a:cubicBezTo>
                    <a:pt x="39143" y="960561"/>
                    <a:pt x="-4764" y="944829"/>
                    <a:pt x="416" y="871762"/>
                  </a:cubicBezTo>
                  <a:lnTo>
                    <a:pt x="19810" y="381651"/>
                  </a:lnTo>
                  <a:cubicBezTo>
                    <a:pt x="27736" y="318365"/>
                    <a:pt x="48335" y="253121"/>
                    <a:pt x="127504" y="220252"/>
                  </a:cubicBezTo>
                  <a:lnTo>
                    <a:pt x="587514" y="11313"/>
                  </a:lnTo>
                  <a:cubicBezTo>
                    <a:pt x="601466" y="5249"/>
                    <a:pt x="614036" y="1547"/>
                    <a:pt x="624987" y="39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400" b="1" dirty="0">
                  <a:effectLst>
                    <a:outerShdw blurRad="38100" dist="38100" dir="2700000" algn="tl">
                      <a:srgbClr val="000000">
                        <a:alpha val="43137"/>
                      </a:srgbClr>
                    </a:outerShdw>
                  </a:effectLst>
                </a:rPr>
                <a:t>2</a:t>
              </a:r>
            </a:p>
          </p:txBody>
        </p:sp>
        <p:sp>
          <p:nvSpPr>
            <p:cNvPr id="61" name="Freeform: Shape 60">
              <a:extLst>
                <a:ext uri="{FF2B5EF4-FFF2-40B4-BE49-F238E27FC236}">
                  <a16:creationId xmlns:a16="http://schemas.microsoft.com/office/drawing/2014/main" id="{F21E2FA6-3BD2-331F-D81C-1A231AA0C839}"/>
                </a:ext>
              </a:extLst>
            </p:cNvPr>
            <p:cNvSpPr/>
            <p:nvPr/>
          </p:nvSpPr>
          <p:spPr>
            <a:xfrm>
              <a:off x="5513959" y="4146137"/>
              <a:ext cx="523047" cy="1056300"/>
            </a:xfrm>
            <a:custGeom>
              <a:avLst/>
              <a:gdLst>
                <a:gd name="connsiteX0" fmla="*/ 32604 w 523047"/>
                <a:gd name="connsiteY0" fmla="*/ 901 h 1056300"/>
                <a:gd name="connsiteX1" fmla="*/ 48001 w 523047"/>
                <a:gd name="connsiteY1" fmla="*/ 7434 h 1056300"/>
                <a:gd name="connsiteX2" fmla="*/ 459016 w 523047"/>
                <a:gd name="connsiteY2" fmla="*/ 329359 h 1056300"/>
                <a:gd name="connsiteX3" fmla="*/ 509258 w 523047"/>
                <a:gd name="connsiteY3" fmla="*/ 441672 h 1056300"/>
                <a:gd name="connsiteX4" fmla="*/ 523047 w 523047"/>
                <a:gd name="connsiteY4" fmla="*/ 1015715 h 1056300"/>
                <a:gd name="connsiteX5" fmla="*/ 462328 w 523047"/>
                <a:gd name="connsiteY5" fmla="*/ 1042686 h 1056300"/>
                <a:gd name="connsiteX6" fmla="*/ 64048 w 523047"/>
                <a:gd name="connsiteY6" fmla="*/ 709606 h 1056300"/>
                <a:gd name="connsiteX7" fmla="*/ 25709 w 523047"/>
                <a:gd name="connsiteY7" fmla="*/ 642840 h 1056300"/>
                <a:gd name="connsiteX8" fmla="*/ 0 w 523047"/>
                <a:gd name="connsiteY8" fmla="*/ 36491 h 1056300"/>
                <a:gd name="connsiteX9" fmla="*/ 32604 w 523047"/>
                <a:gd name="connsiteY9" fmla="*/ 901 h 105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3047" h="1056300">
                  <a:moveTo>
                    <a:pt x="32604" y="901"/>
                  </a:moveTo>
                  <a:lnTo>
                    <a:pt x="48001" y="7434"/>
                  </a:lnTo>
                  <a:lnTo>
                    <a:pt x="459016" y="329359"/>
                  </a:lnTo>
                  <a:cubicBezTo>
                    <a:pt x="493597" y="360033"/>
                    <a:pt x="512549" y="407510"/>
                    <a:pt x="509258" y="441672"/>
                  </a:cubicBezTo>
                  <a:lnTo>
                    <a:pt x="523047" y="1015715"/>
                  </a:lnTo>
                  <a:cubicBezTo>
                    <a:pt x="521594" y="1042582"/>
                    <a:pt x="516645" y="1075253"/>
                    <a:pt x="462328" y="1042686"/>
                  </a:cubicBezTo>
                  <a:lnTo>
                    <a:pt x="64048" y="709606"/>
                  </a:lnTo>
                  <a:cubicBezTo>
                    <a:pt x="51111" y="698386"/>
                    <a:pt x="32761" y="677822"/>
                    <a:pt x="25709" y="642840"/>
                  </a:cubicBezTo>
                  <a:lnTo>
                    <a:pt x="0" y="36491"/>
                  </a:lnTo>
                  <a:cubicBezTo>
                    <a:pt x="3069" y="3914"/>
                    <a:pt x="17236" y="-2763"/>
                    <a:pt x="32604" y="90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62" name="Freeform: Shape 61">
              <a:extLst>
                <a:ext uri="{FF2B5EF4-FFF2-40B4-BE49-F238E27FC236}">
                  <a16:creationId xmlns:a16="http://schemas.microsoft.com/office/drawing/2014/main" id="{B9F1A678-B6A1-B9BB-6614-ABC12AD649A8}"/>
                </a:ext>
              </a:extLst>
            </p:cNvPr>
            <p:cNvSpPr/>
            <p:nvPr/>
          </p:nvSpPr>
          <p:spPr>
            <a:xfrm>
              <a:off x="6165965" y="4268414"/>
              <a:ext cx="722637" cy="980562"/>
            </a:xfrm>
            <a:custGeom>
              <a:avLst/>
              <a:gdLst>
                <a:gd name="connsiteX0" fmla="*/ 674810 w 722637"/>
                <a:gd name="connsiteY0" fmla="*/ 298 h 980562"/>
                <a:gd name="connsiteX1" fmla="*/ 722229 w 722637"/>
                <a:gd name="connsiteY1" fmla="*/ 64239 h 980562"/>
                <a:gd name="connsiteX2" fmla="*/ 690417 w 722637"/>
                <a:gd name="connsiteY2" fmla="*/ 616989 h 980562"/>
                <a:gd name="connsiteX3" fmla="*/ 677080 w 722637"/>
                <a:gd name="connsiteY3" fmla="*/ 652355 h 980562"/>
                <a:gd name="connsiteX4" fmla="*/ 624442 w 722637"/>
                <a:gd name="connsiteY4" fmla="*/ 705423 h 980562"/>
                <a:gd name="connsiteX5" fmla="*/ 101638 w 722637"/>
                <a:gd name="connsiteY5" fmla="*/ 965398 h 980562"/>
                <a:gd name="connsiteX6" fmla="*/ 4569 w 722637"/>
                <a:gd name="connsiteY6" fmla="*/ 907557 h 980562"/>
                <a:gd name="connsiteX7" fmla="*/ 0 w 722637"/>
                <a:gd name="connsiteY7" fmla="*/ 393724 h 980562"/>
                <a:gd name="connsiteX8" fmla="*/ 109739 w 722637"/>
                <a:gd name="connsiteY8" fmla="*/ 234096 h 980562"/>
                <a:gd name="connsiteX9" fmla="*/ 634866 w 722637"/>
                <a:gd name="connsiteY9" fmla="*/ 11972 h 980562"/>
                <a:gd name="connsiteX10" fmla="*/ 637238 w 722637"/>
                <a:gd name="connsiteY10" fmla="*/ 10685 h 980562"/>
                <a:gd name="connsiteX11" fmla="*/ 637251 w 722637"/>
                <a:gd name="connsiteY11" fmla="*/ 10681 h 980562"/>
                <a:gd name="connsiteX12" fmla="*/ 674810 w 722637"/>
                <a:gd name="connsiteY12" fmla="*/ 298 h 980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2637" h="980562">
                  <a:moveTo>
                    <a:pt x="674810" y="298"/>
                  </a:moveTo>
                  <a:cubicBezTo>
                    <a:pt x="707653" y="-2706"/>
                    <a:pt x="725627" y="16970"/>
                    <a:pt x="722229" y="64239"/>
                  </a:cubicBezTo>
                  <a:lnTo>
                    <a:pt x="690417" y="616989"/>
                  </a:lnTo>
                  <a:cubicBezTo>
                    <a:pt x="686880" y="631713"/>
                    <a:pt x="682612" y="642850"/>
                    <a:pt x="677080" y="652355"/>
                  </a:cubicBezTo>
                  <a:cubicBezTo>
                    <a:pt x="666014" y="671365"/>
                    <a:pt x="649889" y="683844"/>
                    <a:pt x="624442" y="705423"/>
                  </a:cubicBezTo>
                  <a:lnTo>
                    <a:pt x="101638" y="965398"/>
                  </a:lnTo>
                  <a:cubicBezTo>
                    <a:pt x="42020" y="996750"/>
                    <a:pt x="-1598" y="980439"/>
                    <a:pt x="4569" y="907557"/>
                  </a:cubicBezTo>
                  <a:lnTo>
                    <a:pt x="0" y="393724"/>
                  </a:lnTo>
                  <a:cubicBezTo>
                    <a:pt x="8792" y="330681"/>
                    <a:pt x="23218" y="258582"/>
                    <a:pt x="109739" y="234096"/>
                  </a:cubicBezTo>
                  <a:lnTo>
                    <a:pt x="634866" y="11972"/>
                  </a:lnTo>
                  <a:lnTo>
                    <a:pt x="637238" y="10685"/>
                  </a:lnTo>
                  <a:lnTo>
                    <a:pt x="637251" y="10681"/>
                  </a:lnTo>
                  <a:cubicBezTo>
                    <a:pt x="651262" y="4821"/>
                    <a:pt x="663862" y="1300"/>
                    <a:pt x="674810" y="29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63" name="Freeform: Shape 62">
              <a:extLst>
                <a:ext uri="{FF2B5EF4-FFF2-40B4-BE49-F238E27FC236}">
                  <a16:creationId xmlns:a16="http://schemas.microsoft.com/office/drawing/2014/main" id="{52A87631-5DC8-BA8B-A105-E663AC6181BA}"/>
                </a:ext>
              </a:extLst>
            </p:cNvPr>
            <p:cNvSpPr/>
            <p:nvPr/>
          </p:nvSpPr>
          <p:spPr>
            <a:xfrm>
              <a:off x="5548342" y="4963278"/>
              <a:ext cx="524633" cy="1022811"/>
            </a:xfrm>
            <a:custGeom>
              <a:avLst/>
              <a:gdLst>
                <a:gd name="connsiteX0" fmla="*/ 32609 w 524633"/>
                <a:gd name="connsiteY0" fmla="*/ 902 h 1022811"/>
                <a:gd name="connsiteX1" fmla="*/ 48016 w 524633"/>
                <a:gd name="connsiteY1" fmla="*/ 7440 h 1022811"/>
                <a:gd name="connsiteX2" fmla="*/ 48010 w 524633"/>
                <a:gd name="connsiteY2" fmla="*/ 7450 h 1022811"/>
                <a:gd name="connsiteX3" fmla="*/ 442748 w 524633"/>
                <a:gd name="connsiteY3" fmla="*/ 321983 h 1022811"/>
                <a:gd name="connsiteX4" fmla="*/ 492999 w 524633"/>
                <a:gd name="connsiteY4" fmla="*/ 434300 h 1022811"/>
                <a:gd name="connsiteX5" fmla="*/ 524633 w 524633"/>
                <a:gd name="connsiteY5" fmla="*/ 982228 h 1022811"/>
                <a:gd name="connsiteX6" fmla="*/ 463928 w 524633"/>
                <a:gd name="connsiteY6" fmla="*/ 1009196 h 1022811"/>
                <a:gd name="connsiteX7" fmla="*/ 63173 w 524633"/>
                <a:gd name="connsiteY7" fmla="*/ 649402 h 1022811"/>
                <a:gd name="connsiteX8" fmla="*/ 24849 w 524633"/>
                <a:gd name="connsiteY8" fmla="*/ 582631 h 1022811"/>
                <a:gd name="connsiteX9" fmla="*/ 0 w 524633"/>
                <a:gd name="connsiteY9" fmla="*/ 36489 h 1022811"/>
                <a:gd name="connsiteX10" fmla="*/ 32609 w 524633"/>
                <a:gd name="connsiteY10" fmla="*/ 902 h 102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633" h="1022811">
                  <a:moveTo>
                    <a:pt x="32609" y="902"/>
                  </a:moveTo>
                  <a:cubicBezTo>
                    <a:pt x="37733" y="2124"/>
                    <a:pt x="42991" y="4496"/>
                    <a:pt x="48016" y="7440"/>
                  </a:cubicBezTo>
                  <a:lnTo>
                    <a:pt x="48010" y="7450"/>
                  </a:lnTo>
                  <a:lnTo>
                    <a:pt x="442748" y="321983"/>
                  </a:lnTo>
                  <a:cubicBezTo>
                    <a:pt x="477339" y="352662"/>
                    <a:pt x="496296" y="400131"/>
                    <a:pt x="492999" y="434300"/>
                  </a:cubicBezTo>
                  <a:lnTo>
                    <a:pt x="524633" y="982228"/>
                  </a:lnTo>
                  <a:cubicBezTo>
                    <a:pt x="523184" y="1009086"/>
                    <a:pt x="518230" y="1041767"/>
                    <a:pt x="463928" y="1009196"/>
                  </a:cubicBezTo>
                  <a:lnTo>
                    <a:pt x="63173" y="649402"/>
                  </a:lnTo>
                  <a:cubicBezTo>
                    <a:pt x="50233" y="638167"/>
                    <a:pt x="31891" y="617608"/>
                    <a:pt x="24849" y="582631"/>
                  </a:cubicBezTo>
                  <a:lnTo>
                    <a:pt x="0" y="36489"/>
                  </a:lnTo>
                  <a:cubicBezTo>
                    <a:pt x="3070" y="3912"/>
                    <a:pt x="17237" y="-2764"/>
                    <a:pt x="32609" y="9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sp>
          <p:nvSpPr>
            <p:cNvPr id="64" name="Freeform: Shape 63">
              <a:extLst>
                <a:ext uri="{FF2B5EF4-FFF2-40B4-BE49-F238E27FC236}">
                  <a16:creationId xmlns:a16="http://schemas.microsoft.com/office/drawing/2014/main" id="{3EA6F272-DD93-DA5C-DB6D-307B6F4BF0DB}"/>
                </a:ext>
              </a:extLst>
            </p:cNvPr>
            <p:cNvSpPr/>
            <p:nvPr/>
          </p:nvSpPr>
          <p:spPr>
            <a:xfrm>
              <a:off x="6164193" y="5078415"/>
              <a:ext cx="685773" cy="934905"/>
            </a:xfrm>
            <a:custGeom>
              <a:avLst/>
              <a:gdLst>
                <a:gd name="connsiteX0" fmla="*/ 637946 w 685773"/>
                <a:gd name="connsiteY0" fmla="*/ 298 h 934905"/>
                <a:gd name="connsiteX1" fmla="*/ 685365 w 685773"/>
                <a:gd name="connsiteY1" fmla="*/ 64238 h 934905"/>
                <a:gd name="connsiteX2" fmla="*/ 673197 w 685773"/>
                <a:gd name="connsiteY2" fmla="*/ 499903 h 934905"/>
                <a:gd name="connsiteX3" fmla="*/ 598296 w 685773"/>
                <a:gd name="connsiteY3" fmla="*/ 645234 h 934905"/>
                <a:gd name="connsiteX4" fmla="*/ 108237 w 685773"/>
                <a:gd name="connsiteY4" fmla="*/ 919731 h 934905"/>
                <a:gd name="connsiteX5" fmla="*/ 11177 w 685773"/>
                <a:gd name="connsiteY5" fmla="*/ 861894 h 934905"/>
                <a:gd name="connsiteX6" fmla="*/ 0 w 685773"/>
                <a:gd name="connsiteY6" fmla="*/ 436792 h 934905"/>
                <a:gd name="connsiteX7" fmla="*/ 109721 w 685773"/>
                <a:gd name="connsiteY7" fmla="*/ 277155 h 934905"/>
                <a:gd name="connsiteX8" fmla="*/ 600374 w 685773"/>
                <a:gd name="connsiteY8" fmla="*/ 10684 h 934905"/>
                <a:gd name="connsiteX9" fmla="*/ 600388 w 685773"/>
                <a:gd name="connsiteY9" fmla="*/ 10680 h 934905"/>
                <a:gd name="connsiteX10" fmla="*/ 637946 w 685773"/>
                <a:gd name="connsiteY10" fmla="*/ 298 h 93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773" h="934905">
                  <a:moveTo>
                    <a:pt x="637946" y="298"/>
                  </a:moveTo>
                  <a:cubicBezTo>
                    <a:pt x="670789" y="-2706"/>
                    <a:pt x="688763" y="16970"/>
                    <a:pt x="685365" y="64238"/>
                  </a:cubicBezTo>
                  <a:lnTo>
                    <a:pt x="673197" y="499903"/>
                  </a:lnTo>
                  <a:cubicBezTo>
                    <a:pt x="662774" y="595287"/>
                    <a:pt x="649167" y="602063"/>
                    <a:pt x="598296" y="645234"/>
                  </a:cubicBezTo>
                  <a:lnTo>
                    <a:pt x="108237" y="919731"/>
                  </a:lnTo>
                  <a:cubicBezTo>
                    <a:pt x="48631" y="951103"/>
                    <a:pt x="5011" y="934777"/>
                    <a:pt x="11177" y="861894"/>
                  </a:cubicBezTo>
                  <a:lnTo>
                    <a:pt x="0" y="436792"/>
                  </a:lnTo>
                  <a:cubicBezTo>
                    <a:pt x="8764" y="373733"/>
                    <a:pt x="23218" y="301652"/>
                    <a:pt x="109721" y="277155"/>
                  </a:cubicBezTo>
                  <a:lnTo>
                    <a:pt x="600374" y="10684"/>
                  </a:lnTo>
                  <a:lnTo>
                    <a:pt x="600388" y="10680"/>
                  </a:lnTo>
                  <a:cubicBezTo>
                    <a:pt x="614399" y="4821"/>
                    <a:pt x="626999" y="1299"/>
                    <a:pt x="637946" y="29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US" sz="1350"/>
            </a:p>
          </p:txBody>
        </p:sp>
      </p:grpSp>
      <p:sp>
        <p:nvSpPr>
          <p:cNvPr id="65" name="Title 5">
            <a:extLst>
              <a:ext uri="{FF2B5EF4-FFF2-40B4-BE49-F238E27FC236}">
                <a16:creationId xmlns:a16="http://schemas.microsoft.com/office/drawing/2014/main" id="{C335C4D9-D9DF-BBE5-788A-72D6B6772BE8}"/>
              </a:ext>
            </a:extLst>
          </p:cNvPr>
          <p:cNvSpPr>
            <a:spLocks noGrp="1"/>
          </p:cNvSpPr>
          <p:nvPr>
            <p:ph type="title"/>
          </p:nvPr>
        </p:nvSpPr>
        <p:spPr>
          <a:xfrm>
            <a:off x="407368" y="243284"/>
            <a:ext cx="11090938" cy="930372"/>
          </a:xfrm>
        </p:spPr>
        <p:txBody>
          <a:bodyPr/>
          <a:lstStyle/>
          <a:p>
            <a:pPr algn="l"/>
            <a:r>
              <a:rPr lang="en-US" sz="3600" dirty="0"/>
              <a:t>The Readiness Problem Behind L&amp;D Outcomes</a:t>
            </a:r>
          </a:p>
        </p:txBody>
      </p:sp>
      <p:sp>
        <p:nvSpPr>
          <p:cNvPr id="44" name="TextBox 43">
            <a:extLst>
              <a:ext uri="{FF2B5EF4-FFF2-40B4-BE49-F238E27FC236}">
                <a16:creationId xmlns:a16="http://schemas.microsoft.com/office/drawing/2014/main" id="{EA135F89-19D7-7BAC-5C98-2114AB250784}"/>
              </a:ext>
            </a:extLst>
          </p:cNvPr>
          <p:cNvSpPr txBox="1"/>
          <p:nvPr/>
        </p:nvSpPr>
        <p:spPr>
          <a:xfrm>
            <a:off x="6908304" y="4901601"/>
            <a:ext cx="3594182" cy="400110"/>
          </a:xfrm>
          <a:prstGeom prst="rect">
            <a:avLst/>
          </a:prstGeom>
          <a:noFill/>
        </p:spPr>
        <p:txBody>
          <a:bodyPr wrap="square" lIns="0" rIns="0" rtlCol="0" anchor="b">
            <a:spAutoFit/>
          </a:bodyPr>
          <a:lstStyle/>
          <a:p>
            <a:r>
              <a:rPr lang="en-US" sz="2000" b="1" noProof="1">
                <a:solidFill>
                  <a:schemeClr val="accent2"/>
                </a:solidFill>
              </a:rPr>
              <a:t>Business Impact</a:t>
            </a:r>
          </a:p>
        </p:txBody>
      </p:sp>
      <p:sp>
        <p:nvSpPr>
          <p:cNvPr id="45" name="TextBox 44">
            <a:extLst>
              <a:ext uri="{FF2B5EF4-FFF2-40B4-BE49-F238E27FC236}">
                <a16:creationId xmlns:a16="http://schemas.microsoft.com/office/drawing/2014/main" id="{781DD27A-F3DF-04B6-1B6F-9E1F52C7C77C}"/>
              </a:ext>
            </a:extLst>
          </p:cNvPr>
          <p:cNvSpPr txBox="1"/>
          <p:nvPr/>
        </p:nvSpPr>
        <p:spPr>
          <a:xfrm>
            <a:off x="6888088" y="5238794"/>
            <a:ext cx="4458277" cy="646331"/>
          </a:xfrm>
          <a:prstGeom prst="rect">
            <a:avLst/>
          </a:prstGeom>
          <a:noFill/>
        </p:spPr>
        <p:txBody>
          <a:bodyPr wrap="square" lIns="0" rIns="0" rtlCol="0" anchor="t">
            <a:spAutoFit/>
          </a:bodyPr>
          <a:lstStyle/>
          <a:p>
            <a:pPr marL="171450" indent="-171450" algn="just">
              <a:buFont typeface="Arial" panose="020B0604020202020204" pitchFamily="34" charset="0"/>
              <a:buChar char="•"/>
            </a:pPr>
            <a:r>
              <a:rPr lang="en-US" sz="1200" b="1" noProof="1">
                <a:solidFill>
                  <a:schemeClr val="bg2"/>
                </a:solidFill>
              </a:rPr>
              <a:t>Delivery risk </a:t>
            </a:r>
            <a:r>
              <a:rPr lang="en-US" sz="1200" noProof="1">
                <a:solidFill>
                  <a:schemeClr val="bg2"/>
                </a:solidFill>
              </a:rPr>
              <a:t>increases when readiness is unclear</a:t>
            </a:r>
          </a:p>
          <a:p>
            <a:pPr marL="171450" indent="-171450" algn="just">
              <a:buFont typeface="Arial" panose="020B0604020202020204" pitchFamily="34" charset="0"/>
              <a:buChar char="•"/>
            </a:pPr>
            <a:r>
              <a:rPr lang="en-US" sz="1200" b="1" noProof="1">
                <a:solidFill>
                  <a:schemeClr val="bg2"/>
                </a:solidFill>
              </a:rPr>
              <a:t>Time‑to‑readiness </a:t>
            </a:r>
            <a:r>
              <a:rPr lang="en-US" sz="1200" noProof="1">
                <a:solidFill>
                  <a:schemeClr val="bg2"/>
                </a:solidFill>
              </a:rPr>
              <a:t>rises due to rework and reactive upskilling</a:t>
            </a:r>
          </a:p>
          <a:p>
            <a:pPr marL="171450" indent="-171450" algn="just">
              <a:buFont typeface="Arial" panose="020B0604020202020204" pitchFamily="34" charset="0"/>
              <a:buChar char="•"/>
            </a:pPr>
            <a:r>
              <a:rPr lang="en-US" sz="1200" b="1" noProof="1">
                <a:solidFill>
                  <a:schemeClr val="bg2"/>
                </a:solidFill>
              </a:rPr>
              <a:t>Client confidence drops </a:t>
            </a:r>
            <a:r>
              <a:rPr lang="en-US" sz="1200" noProof="1">
                <a:solidFill>
                  <a:schemeClr val="bg2"/>
                </a:solidFill>
              </a:rPr>
              <a:t>despite “training completion”</a:t>
            </a:r>
          </a:p>
        </p:txBody>
      </p:sp>
      <p:grpSp>
        <p:nvGrpSpPr>
          <p:cNvPr id="73" name="Group 72">
            <a:extLst>
              <a:ext uri="{FF2B5EF4-FFF2-40B4-BE49-F238E27FC236}">
                <a16:creationId xmlns:a16="http://schemas.microsoft.com/office/drawing/2014/main" id="{DCA95668-14C2-3FC2-C01D-1ABE85087EF8}"/>
              </a:ext>
            </a:extLst>
          </p:cNvPr>
          <p:cNvGrpSpPr/>
          <p:nvPr/>
        </p:nvGrpSpPr>
        <p:grpSpPr>
          <a:xfrm>
            <a:off x="6263403" y="1349152"/>
            <a:ext cx="5491743" cy="1254661"/>
            <a:chOff x="6697329" y="1174020"/>
            <a:chExt cx="2194560" cy="1254661"/>
          </a:xfrm>
        </p:grpSpPr>
        <p:sp>
          <p:nvSpPr>
            <p:cNvPr id="75" name="TextBox 74">
              <a:extLst>
                <a:ext uri="{FF2B5EF4-FFF2-40B4-BE49-F238E27FC236}">
                  <a16:creationId xmlns:a16="http://schemas.microsoft.com/office/drawing/2014/main" id="{DC88D023-F7EA-BEAB-11BF-4C193BE64154}"/>
                </a:ext>
              </a:extLst>
            </p:cNvPr>
            <p:cNvSpPr txBox="1"/>
            <p:nvPr/>
          </p:nvSpPr>
          <p:spPr>
            <a:xfrm>
              <a:off x="6697329" y="1174020"/>
              <a:ext cx="2194560" cy="400110"/>
            </a:xfrm>
            <a:prstGeom prst="rect">
              <a:avLst/>
            </a:prstGeom>
            <a:noFill/>
          </p:spPr>
          <p:txBody>
            <a:bodyPr wrap="square" lIns="0" rIns="0" rtlCol="0" anchor="b">
              <a:spAutoFit/>
            </a:bodyPr>
            <a:lstStyle/>
            <a:p>
              <a:r>
                <a:rPr lang="en-US" sz="2000" b="1" noProof="1">
                  <a:solidFill>
                    <a:schemeClr val="accent2"/>
                  </a:solidFill>
                </a:rPr>
                <a:t>Problem Statement</a:t>
              </a:r>
            </a:p>
          </p:txBody>
        </p:sp>
        <p:sp>
          <p:nvSpPr>
            <p:cNvPr id="76" name="TextBox 75">
              <a:extLst>
                <a:ext uri="{FF2B5EF4-FFF2-40B4-BE49-F238E27FC236}">
                  <a16:creationId xmlns:a16="http://schemas.microsoft.com/office/drawing/2014/main" id="{C4ED42F9-026E-2AD4-0C32-B0752DA24410}"/>
                </a:ext>
              </a:extLst>
            </p:cNvPr>
            <p:cNvSpPr txBox="1"/>
            <p:nvPr/>
          </p:nvSpPr>
          <p:spPr>
            <a:xfrm>
              <a:off x="6697329" y="1597684"/>
              <a:ext cx="1544514" cy="830997"/>
            </a:xfrm>
            <a:prstGeom prst="rect">
              <a:avLst/>
            </a:prstGeom>
            <a:noFill/>
          </p:spPr>
          <p:txBody>
            <a:bodyPr wrap="square" lIns="0" rIns="0" rtlCol="0" anchor="t">
              <a:spAutoFit/>
            </a:bodyPr>
            <a:lstStyle/>
            <a:p>
              <a:pPr algn="just"/>
              <a:r>
                <a:rPr lang="en-US" sz="1200" b="1" noProof="1">
                  <a:solidFill>
                    <a:schemeClr val="bg2"/>
                  </a:solidFill>
                </a:rPr>
                <a:t>Mismatch between skills developed through L&amp;D and skills expected in delivery/client contexts.</a:t>
              </a:r>
              <a:r>
                <a:rPr lang="en-US" sz="1200" noProof="1">
                  <a:solidFill>
                    <a:schemeClr val="bg2"/>
                  </a:solidFill>
                </a:rPr>
                <a:t>This creates readiness uncertainty and makes learning investments less targeted.</a:t>
              </a:r>
            </a:p>
          </p:txBody>
        </p:sp>
      </p:grpSp>
      <p:sp>
        <p:nvSpPr>
          <p:cNvPr id="79" name="TextBox 78">
            <a:extLst>
              <a:ext uri="{FF2B5EF4-FFF2-40B4-BE49-F238E27FC236}">
                <a16:creationId xmlns:a16="http://schemas.microsoft.com/office/drawing/2014/main" id="{76676D59-C678-8D50-811E-D3C4894AC5C7}"/>
              </a:ext>
            </a:extLst>
          </p:cNvPr>
          <p:cNvSpPr txBox="1"/>
          <p:nvPr/>
        </p:nvSpPr>
        <p:spPr>
          <a:xfrm>
            <a:off x="396892" y="2692249"/>
            <a:ext cx="3898908" cy="400110"/>
          </a:xfrm>
          <a:prstGeom prst="rect">
            <a:avLst/>
          </a:prstGeom>
          <a:noFill/>
        </p:spPr>
        <p:txBody>
          <a:bodyPr wrap="square" lIns="0" rIns="0" rtlCol="0" anchor="b">
            <a:spAutoFit/>
          </a:bodyPr>
          <a:lstStyle/>
          <a:p>
            <a:r>
              <a:rPr lang="en-US" sz="2000" b="1" noProof="1">
                <a:solidFill>
                  <a:schemeClr val="accent2"/>
                </a:solidFill>
              </a:rPr>
              <a:t>Skill Readiness Gaps</a:t>
            </a:r>
          </a:p>
        </p:txBody>
      </p:sp>
      <p:sp>
        <p:nvSpPr>
          <p:cNvPr id="80" name="TextBox 79">
            <a:extLst>
              <a:ext uri="{FF2B5EF4-FFF2-40B4-BE49-F238E27FC236}">
                <a16:creationId xmlns:a16="http://schemas.microsoft.com/office/drawing/2014/main" id="{29B3D828-B03C-8CC1-B4D8-DB5705CCD1D4}"/>
              </a:ext>
            </a:extLst>
          </p:cNvPr>
          <p:cNvSpPr txBox="1"/>
          <p:nvPr/>
        </p:nvSpPr>
        <p:spPr>
          <a:xfrm>
            <a:off x="407368" y="3029442"/>
            <a:ext cx="3506208" cy="1384995"/>
          </a:xfrm>
          <a:prstGeom prst="rect">
            <a:avLst/>
          </a:prstGeom>
          <a:noFill/>
        </p:spPr>
        <p:txBody>
          <a:bodyPr wrap="square" lIns="0" rIns="0" rtlCol="0" anchor="t">
            <a:spAutoFit/>
          </a:bodyPr>
          <a:lstStyle/>
          <a:p>
            <a:r>
              <a:rPr lang="en-US" sz="1200" noProof="1">
                <a:solidFill>
                  <a:schemeClr val="bg2"/>
                </a:solidFill>
              </a:rPr>
              <a:t>Readiness gaps fall into three layers:</a:t>
            </a:r>
          </a:p>
          <a:p>
            <a:pPr marL="171450" indent="-171450">
              <a:buFont typeface="Arial" panose="020B0604020202020204" pitchFamily="34" charset="0"/>
              <a:buChar char="•"/>
            </a:pPr>
            <a:r>
              <a:rPr lang="en-US" sz="1200" b="1" noProof="1">
                <a:solidFill>
                  <a:schemeClr val="bg2"/>
                </a:solidFill>
              </a:rPr>
              <a:t>Domain / Context</a:t>
            </a:r>
            <a:r>
              <a:rPr lang="en-US" sz="1200" noProof="1">
                <a:solidFill>
                  <a:schemeClr val="bg2"/>
                </a:solidFill>
              </a:rPr>
              <a:t> — Sector and business Understanding</a:t>
            </a:r>
          </a:p>
          <a:p>
            <a:pPr marL="171450" indent="-171450">
              <a:buFont typeface="Arial" panose="020B0604020202020204" pitchFamily="34" charset="0"/>
              <a:buChar char="•"/>
            </a:pPr>
            <a:r>
              <a:rPr lang="en-US" sz="1200" b="1" noProof="1">
                <a:solidFill>
                  <a:schemeClr val="bg2"/>
                </a:solidFill>
              </a:rPr>
              <a:t>Technical Foundation </a:t>
            </a:r>
            <a:r>
              <a:rPr lang="en-US" sz="1200" noProof="1">
                <a:solidFill>
                  <a:schemeClr val="bg2"/>
                </a:solidFill>
              </a:rPr>
              <a:t>— BI/SQL/data Fundamentals</a:t>
            </a:r>
          </a:p>
          <a:p>
            <a:pPr marL="171450" indent="-171450">
              <a:buFont typeface="Arial" panose="020B0604020202020204" pitchFamily="34" charset="0"/>
              <a:buChar char="•"/>
            </a:pPr>
            <a:r>
              <a:rPr lang="en-US" sz="1200" b="1" noProof="1">
                <a:solidFill>
                  <a:schemeClr val="bg2"/>
                </a:solidFill>
              </a:rPr>
              <a:t>Delivery / Client‑Facing </a:t>
            </a:r>
            <a:r>
              <a:rPr lang="en-US" sz="1200" noProof="1">
                <a:solidFill>
                  <a:schemeClr val="bg2"/>
                </a:solidFill>
              </a:rPr>
              <a:t>— Workshops, Communication, Program Management</a:t>
            </a:r>
          </a:p>
        </p:txBody>
      </p:sp>
      <p:pic>
        <p:nvPicPr>
          <p:cNvPr id="85" name="Graphic 84" descr="Line arrow: Clockwise curve with solid fill">
            <a:extLst>
              <a:ext uri="{FF2B5EF4-FFF2-40B4-BE49-F238E27FC236}">
                <a16:creationId xmlns:a16="http://schemas.microsoft.com/office/drawing/2014/main" id="{EE54ACF9-D5BB-9E11-EE91-D1ADC3A086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9869658">
            <a:off x="2450046" y="4504897"/>
            <a:ext cx="1833890" cy="1833890"/>
          </a:xfrm>
          <a:prstGeom prst="rect">
            <a:avLst/>
          </a:prstGeom>
        </p:spPr>
      </p:pic>
      <p:pic>
        <p:nvPicPr>
          <p:cNvPr id="87" name="Graphic 86" descr="Line arrow: Counter-clockwise curve with solid fill">
            <a:extLst>
              <a:ext uri="{FF2B5EF4-FFF2-40B4-BE49-F238E27FC236}">
                <a16:creationId xmlns:a16="http://schemas.microsoft.com/office/drawing/2014/main" id="{96008CD2-2183-D055-5368-303FE1FDD1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H="1">
            <a:off x="7680176" y="2867278"/>
            <a:ext cx="1941306" cy="1576374"/>
          </a:xfrm>
          <a:prstGeom prst="rect">
            <a:avLst/>
          </a:prstGeom>
        </p:spPr>
      </p:pic>
      <p:pic>
        <p:nvPicPr>
          <p:cNvPr id="88" name="Graphic 87" descr="Line arrow: Clockwise curve with solid fill">
            <a:extLst>
              <a:ext uri="{FF2B5EF4-FFF2-40B4-BE49-F238E27FC236}">
                <a16:creationId xmlns:a16="http://schemas.microsoft.com/office/drawing/2014/main" id="{FB13A6FC-995A-24D4-0EEF-D0679DD781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5955710">
            <a:off x="3320423" y="914678"/>
            <a:ext cx="1715248" cy="1715248"/>
          </a:xfrm>
          <a:prstGeom prst="rect">
            <a:avLst/>
          </a:prstGeom>
        </p:spPr>
      </p:pic>
    </p:spTree>
    <p:extLst>
      <p:ext uri="{BB962C8B-B14F-4D97-AF65-F5344CB8AC3E}">
        <p14:creationId xmlns:p14="http://schemas.microsoft.com/office/powerpoint/2010/main" val="4091476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07A092-8F01-AB17-793B-877E06944737}"/>
              </a:ext>
            </a:extLst>
          </p:cNvPr>
          <p:cNvSpPr>
            <a:spLocks noGrp="1"/>
          </p:cNvSpPr>
          <p:nvPr>
            <p:ph type="dt" sz="half" idx="28"/>
          </p:nvPr>
        </p:nvSpPr>
        <p:spPr>
          <a:xfrm>
            <a:off x="9809406" y="6650661"/>
            <a:ext cx="1831210" cy="123111"/>
          </a:xfrm>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545831A-20ED-9B79-0AD0-9FFE4FC2E21A}"/>
              </a:ext>
            </a:extLst>
          </p:cNvPr>
          <p:cNvSpPr>
            <a:spLocks noGrp="1"/>
          </p:cNvSpPr>
          <p:nvPr>
            <p:ph type="ftr" sz="quarter" idx="29"/>
          </p:nvPr>
        </p:nvSpPr>
        <p:spPr>
          <a:xfrm>
            <a:off x="550863" y="6650661"/>
            <a:ext cx="4716524" cy="123111"/>
          </a:xfrm>
        </p:spPr>
        <p:txBody>
          <a:bodyPr wrap="none" anchor="ctr">
            <a:normAutofit/>
          </a:bodyPr>
          <a:lstStyle/>
          <a:p>
            <a:pPr>
              <a:spcBef>
                <a:spcPts val="1000"/>
              </a:spcBef>
              <a:buFont typeface="Arial" panose="020B0604020202020204" pitchFamily="34" charset="0"/>
              <a:buNone/>
            </a:pPr>
            <a:r>
              <a:rPr lang="en-US" dirty="0"/>
              <a:t>Presentation Title | Author | Date</a:t>
            </a:r>
          </a:p>
        </p:txBody>
      </p:sp>
      <p:sp>
        <p:nvSpPr>
          <p:cNvPr id="4" name="Slide Number Placeholder 3">
            <a:extLst>
              <a:ext uri="{FF2B5EF4-FFF2-40B4-BE49-F238E27FC236}">
                <a16:creationId xmlns:a16="http://schemas.microsoft.com/office/drawing/2014/main" id="{009E8DD6-251D-27BE-8C8A-26AE697F8466}"/>
              </a:ext>
            </a:extLst>
          </p:cNvPr>
          <p:cNvSpPr>
            <a:spLocks noGrp="1"/>
          </p:cNvSpPr>
          <p:nvPr>
            <p:ph type="sldNum" sz="quarter" idx="30"/>
          </p:nvPr>
        </p:nvSpPr>
        <p:spPr>
          <a:xfrm>
            <a:off x="11778341" y="6650661"/>
            <a:ext cx="232665" cy="123111"/>
          </a:xfrm>
        </p:spPr>
        <p:txBody>
          <a:bodyPr wrap="square" anchor="ctr">
            <a:normAutofit/>
          </a:bodyPr>
          <a:lstStyle/>
          <a:p>
            <a:pPr algn="r">
              <a:spcAft>
                <a:spcPts val="600"/>
              </a:spcAft>
            </a:pPr>
            <a:fld id="{5D9A5160-6218-4E5A-B9E6-B93E3DAE377C}" type="slidenum">
              <a:rPr lang="en-US" smtClean="0"/>
              <a:pPr algn="r">
                <a:spcAft>
                  <a:spcPts val="600"/>
                </a:spcAft>
              </a:pPr>
              <a:t>5</a:t>
            </a:fld>
            <a:endParaRPr lang="en-US"/>
          </a:p>
        </p:txBody>
      </p:sp>
      <p:sp>
        <p:nvSpPr>
          <p:cNvPr id="17" name="Title 5">
            <a:extLst>
              <a:ext uri="{FF2B5EF4-FFF2-40B4-BE49-F238E27FC236}">
                <a16:creationId xmlns:a16="http://schemas.microsoft.com/office/drawing/2014/main" id="{6A92B7B2-7DFE-AC49-17B5-DFC974AF5DF9}"/>
              </a:ext>
            </a:extLst>
          </p:cNvPr>
          <p:cNvSpPr>
            <a:spLocks noGrp="1"/>
          </p:cNvSpPr>
          <p:nvPr>
            <p:ph type="title"/>
          </p:nvPr>
        </p:nvSpPr>
        <p:spPr>
          <a:xfrm>
            <a:off x="765702" y="338388"/>
            <a:ext cx="11090938" cy="930372"/>
          </a:xfrm>
        </p:spPr>
        <p:txBody>
          <a:bodyPr/>
          <a:lstStyle/>
          <a:p>
            <a:r>
              <a:rPr lang="en-US" sz="3600" dirty="0"/>
              <a:t>Why Is Skill Readiness Intelligence Critical?</a:t>
            </a:r>
          </a:p>
        </p:txBody>
      </p:sp>
      <p:sp>
        <p:nvSpPr>
          <p:cNvPr id="11" name="Flowchart: Alternate Process 10">
            <a:extLst>
              <a:ext uri="{FF2B5EF4-FFF2-40B4-BE49-F238E27FC236}">
                <a16:creationId xmlns:a16="http://schemas.microsoft.com/office/drawing/2014/main" id="{E98367A7-9907-5480-74EE-26271EFE5ACC}"/>
              </a:ext>
            </a:extLst>
          </p:cNvPr>
          <p:cNvSpPr/>
          <p:nvPr/>
        </p:nvSpPr>
        <p:spPr>
          <a:xfrm>
            <a:off x="378120" y="1700808"/>
            <a:ext cx="3490136" cy="2019400"/>
          </a:xfrm>
          <a:prstGeom prst="flowChartAlternateProcess">
            <a:avLst/>
          </a:prstGeom>
          <a:solidFill>
            <a:schemeClr val="bg1">
              <a:lumMod val="95000"/>
            </a:schemeClr>
          </a:solidFill>
          <a:ln w="9525">
            <a:noFill/>
            <a:prstDash val="solid"/>
          </a:ln>
          <a:effectLst>
            <a:outerShdw blurRad="50800" dist="50800" dir="5400000" sx="1000" sy="1000" algn="ctr" rotWithShape="0">
              <a:srgbClr val="000000">
                <a:alpha val="43137"/>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4" name="Flowchart: Alternate Process 13">
            <a:extLst>
              <a:ext uri="{FF2B5EF4-FFF2-40B4-BE49-F238E27FC236}">
                <a16:creationId xmlns:a16="http://schemas.microsoft.com/office/drawing/2014/main" id="{2AAD799A-86AA-0878-B921-504F2D155D62}"/>
              </a:ext>
            </a:extLst>
          </p:cNvPr>
          <p:cNvSpPr/>
          <p:nvPr/>
        </p:nvSpPr>
        <p:spPr>
          <a:xfrm>
            <a:off x="4300304" y="1700808"/>
            <a:ext cx="3490136" cy="2019400"/>
          </a:xfrm>
          <a:prstGeom prst="flowChartAlternateProcess">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2" name="Flowchart: Alternate Process 21">
            <a:extLst>
              <a:ext uri="{FF2B5EF4-FFF2-40B4-BE49-F238E27FC236}">
                <a16:creationId xmlns:a16="http://schemas.microsoft.com/office/drawing/2014/main" id="{D4B2C9C6-B2D0-580C-9ADA-35009F8D7CB5}"/>
              </a:ext>
            </a:extLst>
          </p:cNvPr>
          <p:cNvSpPr/>
          <p:nvPr/>
        </p:nvSpPr>
        <p:spPr>
          <a:xfrm>
            <a:off x="8184232" y="1700808"/>
            <a:ext cx="3490136" cy="2019400"/>
          </a:xfrm>
          <a:prstGeom prst="flowChartAlternateProcess">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3" name="Flowchart: Alternate Process 22">
            <a:extLst>
              <a:ext uri="{FF2B5EF4-FFF2-40B4-BE49-F238E27FC236}">
                <a16:creationId xmlns:a16="http://schemas.microsoft.com/office/drawing/2014/main" id="{B7FA6C49-CACA-8434-3F0F-9C5DB84163BA}"/>
              </a:ext>
            </a:extLst>
          </p:cNvPr>
          <p:cNvSpPr/>
          <p:nvPr/>
        </p:nvSpPr>
        <p:spPr>
          <a:xfrm>
            <a:off x="378120" y="4145904"/>
            <a:ext cx="3490136" cy="2019400"/>
          </a:xfrm>
          <a:prstGeom prst="flowChartAlternateProcess">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4" name="Flowchart: Alternate Process 23">
            <a:extLst>
              <a:ext uri="{FF2B5EF4-FFF2-40B4-BE49-F238E27FC236}">
                <a16:creationId xmlns:a16="http://schemas.microsoft.com/office/drawing/2014/main" id="{6103E983-9724-6BA1-4954-3B4A357D1F21}"/>
              </a:ext>
            </a:extLst>
          </p:cNvPr>
          <p:cNvSpPr/>
          <p:nvPr/>
        </p:nvSpPr>
        <p:spPr>
          <a:xfrm>
            <a:off x="4300304" y="4217912"/>
            <a:ext cx="3490136" cy="2019400"/>
          </a:xfrm>
          <a:prstGeom prst="flowChartAlternateProcess">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5" name="Flowchart: Alternate Process 24">
            <a:extLst>
              <a:ext uri="{FF2B5EF4-FFF2-40B4-BE49-F238E27FC236}">
                <a16:creationId xmlns:a16="http://schemas.microsoft.com/office/drawing/2014/main" id="{E5897B57-B5C5-5A85-EF09-47E1186D3B86}"/>
              </a:ext>
            </a:extLst>
          </p:cNvPr>
          <p:cNvSpPr/>
          <p:nvPr/>
        </p:nvSpPr>
        <p:spPr>
          <a:xfrm>
            <a:off x="8184232" y="4217912"/>
            <a:ext cx="3490136" cy="2019400"/>
          </a:xfrm>
          <a:prstGeom prst="flowChartAlternateProcess">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27" name="Text Placeholder 4">
            <a:extLst>
              <a:ext uri="{FF2B5EF4-FFF2-40B4-BE49-F238E27FC236}">
                <a16:creationId xmlns:a16="http://schemas.microsoft.com/office/drawing/2014/main" id="{0D29F623-6838-A62A-277A-0D78D563EB49}"/>
              </a:ext>
            </a:extLst>
          </p:cNvPr>
          <p:cNvSpPr>
            <a:spLocks noGrp="1"/>
          </p:cNvSpPr>
          <p:nvPr>
            <p:ph type="body" sz="quarter" idx="22"/>
          </p:nvPr>
        </p:nvSpPr>
        <p:spPr>
          <a:xfrm>
            <a:off x="803735" y="1220606"/>
            <a:ext cx="11090938" cy="246221"/>
          </a:xfrm>
        </p:spPr>
        <p:txBody>
          <a:bodyPr/>
          <a:lstStyle/>
          <a:p>
            <a:r>
              <a:rPr lang="en-US" sz="1600" b="0" i="1" dirty="0"/>
              <a:t>Industry Insights into the Market Scenario</a:t>
            </a:r>
          </a:p>
        </p:txBody>
      </p:sp>
      <p:sp>
        <p:nvSpPr>
          <p:cNvPr id="28" name="TextBox 27">
            <a:extLst>
              <a:ext uri="{FF2B5EF4-FFF2-40B4-BE49-F238E27FC236}">
                <a16:creationId xmlns:a16="http://schemas.microsoft.com/office/drawing/2014/main" id="{16E0DB29-0FAC-ED52-7AAC-97966A400EEF}"/>
              </a:ext>
            </a:extLst>
          </p:cNvPr>
          <p:cNvSpPr txBox="1"/>
          <p:nvPr/>
        </p:nvSpPr>
        <p:spPr>
          <a:xfrm>
            <a:off x="477670" y="1823782"/>
            <a:ext cx="2250653" cy="771623"/>
          </a:xfrm>
          <a:prstGeom prst="rect">
            <a:avLst/>
          </a:prstGeom>
          <a:noFill/>
        </p:spPr>
        <p:txBody>
          <a:bodyPr vert="horz" wrap="square" lIns="90000" tIns="46800" rIns="90000" bIns="46800" rtlCol="0" anchor="ctr">
            <a:spAutoFit/>
          </a:bodyPr>
          <a:lstStyle/>
          <a:p>
            <a:pPr algn="l">
              <a:spcBef>
                <a:spcPct val="0"/>
              </a:spcBef>
            </a:pPr>
            <a:r>
              <a:rPr lang="en-US" sz="4400" b="1" dirty="0">
                <a:solidFill>
                  <a:schemeClr val="tx2"/>
                </a:solidFill>
              </a:rPr>
              <a:t>41%</a:t>
            </a:r>
          </a:p>
        </p:txBody>
      </p:sp>
      <p:sp>
        <p:nvSpPr>
          <p:cNvPr id="29" name="TextBox 28">
            <a:extLst>
              <a:ext uri="{FF2B5EF4-FFF2-40B4-BE49-F238E27FC236}">
                <a16:creationId xmlns:a16="http://schemas.microsoft.com/office/drawing/2014/main" id="{1256A159-A57E-CD3F-2232-256F14307F3B}"/>
              </a:ext>
            </a:extLst>
          </p:cNvPr>
          <p:cNvSpPr txBox="1"/>
          <p:nvPr/>
        </p:nvSpPr>
        <p:spPr>
          <a:xfrm>
            <a:off x="1786013" y="1958505"/>
            <a:ext cx="2020728" cy="617734"/>
          </a:xfrm>
          <a:prstGeom prst="rect">
            <a:avLst/>
          </a:prstGeom>
          <a:noFill/>
        </p:spPr>
        <p:txBody>
          <a:bodyPr vert="horz" wrap="square" lIns="90000" tIns="46800" rIns="90000" bIns="46800" rtlCol="0" anchor="ctr">
            <a:spAutoFit/>
          </a:bodyPr>
          <a:lstStyle/>
          <a:p>
            <a:pPr algn="l">
              <a:spcBef>
                <a:spcPct val="0"/>
              </a:spcBef>
            </a:pPr>
            <a:r>
              <a:rPr lang="en-US" sz="1700" b="1" dirty="0">
                <a:solidFill>
                  <a:schemeClr val="tx2"/>
                </a:solidFill>
              </a:rPr>
              <a:t>Workforce Lacks Required Skills</a:t>
            </a:r>
          </a:p>
        </p:txBody>
      </p:sp>
      <p:sp>
        <p:nvSpPr>
          <p:cNvPr id="31" name="TextBox 30">
            <a:extLst>
              <a:ext uri="{FF2B5EF4-FFF2-40B4-BE49-F238E27FC236}">
                <a16:creationId xmlns:a16="http://schemas.microsoft.com/office/drawing/2014/main" id="{C2771442-165A-129A-B7D7-8E04A335A9C2}"/>
              </a:ext>
            </a:extLst>
          </p:cNvPr>
          <p:cNvSpPr txBox="1"/>
          <p:nvPr/>
        </p:nvSpPr>
        <p:spPr>
          <a:xfrm>
            <a:off x="4296992" y="1821373"/>
            <a:ext cx="2250653" cy="771623"/>
          </a:xfrm>
          <a:prstGeom prst="rect">
            <a:avLst/>
          </a:prstGeom>
          <a:noFill/>
        </p:spPr>
        <p:txBody>
          <a:bodyPr vert="horz" wrap="square" lIns="90000" tIns="46800" rIns="90000" bIns="46800" rtlCol="0" anchor="ctr">
            <a:spAutoFit/>
          </a:bodyPr>
          <a:lstStyle/>
          <a:p>
            <a:pPr algn="l">
              <a:spcBef>
                <a:spcPct val="0"/>
              </a:spcBef>
            </a:pPr>
            <a:r>
              <a:rPr lang="en-US" sz="4400" b="1" dirty="0">
                <a:solidFill>
                  <a:schemeClr val="tx2"/>
                </a:solidFill>
              </a:rPr>
              <a:t>08%</a:t>
            </a:r>
          </a:p>
        </p:txBody>
      </p:sp>
      <p:sp>
        <p:nvSpPr>
          <p:cNvPr id="32" name="TextBox 31">
            <a:extLst>
              <a:ext uri="{FF2B5EF4-FFF2-40B4-BE49-F238E27FC236}">
                <a16:creationId xmlns:a16="http://schemas.microsoft.com/office/drawing/2014/main" id="{477B3321-D1F2-C343-A0F0-FCE0AD113EEF}"/>
              </a:ext>
            </a:extLst>
          </p:cNvPr>
          <p:cNvSpPr txBox="1"/>
          <p:nvPr/>
        </p:nvSpPr>
        <p:spPr>
          <a:xfrm>
            <a:off x="5572897" y="2007716"/>
            <a:ext cx="2611335" cy="617734"/>
          </a:xfrm>
          <a:prstGeom prst="rect">
            <a:avLst/>
          </a:prstGeom>
          <a:noFill/>
        </p:spPr>
        <p:txBody>
          <a:bodyPr vert="horz" wrap="square" lIns="90000" tIns="46800" rIns="90000" bIns="46800" rtlCol="0" anchor="ctr">
            <a:spAutoFit/>
          </a:bodyPr>
          <a:lstStyle/>
          <a:p>
            <a:pPr algn="l">
              <a:spcBef>
                <a:spcPct val="0"/>
              </a:spcBef>
            </a:pPr>
            <a:r>
              <a:rPr lang="en-US" sz="1700" b="1" dirty="0">
                <a:solidFill>
                  <a:schemeClr val="tx2"/>
                </a:solidFill>
              </a:rPr>
              <a:t>Organizations Have Reliable Skill Data</a:t>
            </a:r>
          </a:p>
        </p:txBody>
      </p:sp>
      <p:sp>
        <p:nvSpPr>
          <p:cNvPr id="33" name="TextBox 32">
            <a:extLst>
              <a:ext uri="{FF2B5EF4-FFF2-40B4-BE49-F238E27FC236}">
                <a16:creationId xmlns:a16="http://schemas.microsoft.com/office/drawing/2014/main" id="{20A7388F-D9CE-C598-36BB-3F14FC64964F}"/>
              </a:ext>
            </a:extLst>
          </p:cNvPr>
          <p:cNvSpPr txBox="1"/>
          <p:nvPr/>
        </p:nvSpPr>
        <p:spPr>
          <a:xfrm>
            <a:off x="8324936" y="1782613"/>
            <a:ext cx="2250653" cy="771623"/>
          </a:xfrm>
          <a:prstGeom prst="rect">
            <a:avLst/>
          </a:prstGeom>
          <a:noFill/>
        </p:spPr>
        <p:txBody>
          <a:bodyPr vert="horz" wrap="square" lIns="90000" tIns="46800" rIns="90000" bIns="46800" rtlCol="0" anchor="ctr">
            <a:spAutoFit/>
          </a:bodyPr>
          <a:lstStyle/>
          <a:p>
            <a:pPr algn="l">
              <a:spcBef>
                <a:spcPct val="0"/>
              </a:spcBef>
            </a:pPr>
            <a:r>
              <a:rPr lang="en-US" sz="4400" b="1" dirty="0">
                <a:solidFill>
                  <a:schemeClr val="tx2"/>
                </a:solidFill>
              </a:rPr>
              <a:t>26</a:t>
            </a:r>
            <a:r>
              <a:rPr lang="en-US" sz="2400" b="1" dirty="0">
                <a:solidFill>
                  <a:schemeClr val="tx2"/>
                </a:solidFill>
              </a:rPr>
              <a:t>pp</a:t>
            </a:r>
            <a:endParaRPr lang="en-US" sz="4400" b="1" dirty="0">
              <a:solidFill>
                <a:schemeClr val="tx2"/>
              </a:solidFill>
            </a:endParaRPr>
          </a:p>
        </p:txBody>
      </p:sp>
      <p:sp>
        <p:nvSpPr>
          <p:cNvPr id="34" name="TextBox 33">
            <a:extLst>
              <a:ext uri="{FF2B5EF4-FFF2-40B4-BE49-F238E27FC236}">
                <a16:creationId xmlns:a16="http://schemas.microsoft.com/office/drawing/2014/main" id="{D2164992-F27E-6C06-07F7-D80D89AB95CE}"/>
              </a:ext>
            </a:extLst>
          </p:cNvPr>
          <p:cNvSpPr txBox="1"/>
          <p:nvPr/>
        </p:nvSpPr>
        <p:spPr>
          <a:xfrm>
            <a:off x="9450262" y="1917325"/>
            <a:ext cx="2341198" cy="617734"/>
          </a:xfrm>
          <a:prstGeom prst="rect">
            <a:avLst/>
          </a:prstGeom>
          <a:noFill/>
        </p:spPr>
        <p:txBody>
          <a:bodyPr vert="horz" wrap="square" lIns="90000" tIns="46800" rIns="90000" bIns="46800" rtlCol="0" anchor="ctr">
            <a:spAutoFit/>
          </a:bodyPr>
          <a:lstStyle/>
          <a:p>
            <a:pPr algn="l">
              <a:spcBef>
                <a:spcPct val="0"/>
              </a:spcBef>
            </a:pPr>
            <a:r>
              <a:rPr lang="en-US" sz="1700" b="1" dirty="0">
                <a:solidFill>
                  <a:schemeClr val="tx2"/>
                </a:solidFill>
              </a:rPr>
              <a:t>Performance Drop Without Readiness</a:t>
            </a:r>
          </a:p>
        </p:txBody>
      </p:sp>
      <p:sp>
        <p:nvSpPr>
          <p:cNvPr id="36" name="TextBox 35">
            <a:extLst>
              <a:ext uri="{FF2B5EF4-FFF2-40B4-BE49-F238E27FC236}">
                <a16:creationId xmlns:a16="http://schemas.microsoft.com/office/drawing/2014/main" id="{9A762E7B-DCF8-CDC3-3128-2E5B34A9B292}"/>
              </a:ext>
            </a:extLst>
          </p:cNvPr>
          <p:cNvSpPr txBox="1"/>
          <p:nvPr/>
        </p:nvSpPr>
        <p:spPr>
          <a:xfrm>
            <a:off x="444119" y="2710508"/>
            <a:ext cx="3424137" cy="309958"/>
          </a:xfrm>
          <a:prstGeom prst="rect">
            <a:avLst/>
          </a:prstGeom>
          <a:noFill/>
        </p:spPr>
        <p:txBody>
          <a:bodyPr vert="horz" wrap="square" lIns="90000" tIns="46800" rIns="90000" bIns="46800" rtlCol="0" anchor="ctr">
            <a:spAutoFit/>
          </a:bodyPr>
          <a:lstStyle/>
          <a:p>
            <a:pPr algn="l">
              <a:spcBef>
                <a:spcPct val="0"/>
              </a:spcBef>
            </a:pPr>
            <a:r>
              <a:rPr lang="en-US" sz="1400" i="1" dirty="0">
                <a:solidFill>
                  <a:schemeClr val="tx2"/>
                </a:solidFill>
              </a:rPr>
              <a:t>Skill gaps are operational blockers today</a:t>
            </a:r>
          </a:p>
        </p:txBody>
      </p:sp>
      <p:pic>
        <p:nvPicPr>
          <p:cNvPr id="39" name="Graphic 38" descr="Link with solid fill">
            <a:extLst>
              <a:ext uri="{FF2B5EF4-FFF2-40B4-BE49-F238E27FC236}">
                <a16:creationId xmlns:a16="http://schemas.microsoft.com/office/drawing/2014/main" id="{B68A32AE-4A53-06DD-FC42-2178D743705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8526" y="3112122"/>
            <a:ext cx="529208" cy="529208"/>
          </a:xfrm>
          <a:prstGeom prst="rect">
            <a:avLst/>
          </a:prstGeom>
        </p:spPr>
      </p:pic>
      <p:sp>
        <p:nvSpPr>
          <p:cNvPr id="40" name="TextBox 39">
            <a:extLst>
              <a:ext uri="{FF2B5EF4-FFF2-40B4-BE49-F238E27FC236}">
                <a16:creationId xmlns:a16="http://schemas.microsoft.com/office/drawing/2014/main" id="{D25F2062-2A2B-70D6-6662-32E03FC806EE}"/>
              </a:ext>
            </a:extLst>
          </p:cNvPr>
          <p:cNvSpPr txBox="1"/>
          <p:nvPr/>
        </p:nvSpPr>
        <p:spPr>
          <a:xfrm>
            <a:off x="1016255" y="3201963"/>
            <a:ext cx="2631474" cy="309958"/>
          </a:xfrm>
          <a:prstGeom prst="rect">
            <a:avLst/>
          </a:prstGeom>
          <a:noFill/>
        </p:spPr>
        <p:txBody>
          <a:bodyPr vert="horz" wrap="square" lIns="90000" tIns="46800" rIns="90000" bIns="46800" rtlCol="0" anchor="ctr">
            <a:spAutoFit/>
          </a:bodyPr>
          <a:lstStyle/>
          <a:p>
            <a:pPr algn="l">
              <a:spcBef>
                <a:spcPct val="0"/>
              </a:spcBef>
            </a:pPr>
            <a:r>
              <a:rPr lang="en-US" sz="1400" i="1" u="sng" dirty="0">
                <a:solidFill>
                  <a:schemeClr val="tx2"/>
                </a:solidFill>
                <a:hlinkClick r:id="rId3">
                  <a:extLst>
                    <a:ext uri="{A12FA001-AC4F-418D-AE19-62706E023703}">
                      <ahyp:hlinkClr xmlns:ahyp="http://schemas.microsoft.com/office/drawing/2018/hyperlinkcolor" val="tx"/>
                    </a:ext>
                  </a:extLst>
                </a:hlinkClick>
              </a:rPr>
              <a:t>Gartner HR Research, 2024</a:t>
            </a:r>
            <a:endParaRPr lang="en-US" sz="1400" i="1" u="sng" dirty="0">
              <a:solidFill>
                <a:schemeClr val="tx2"/>
              </a:solidFill>
            </a:endParaRPr>
          </a:p>
        </p:txBody>
      </p:sp>
      <p:sp>
        <p:nvSpPr>
          <p:cNvPr id="43" name="TextBox 42">
            <a:extLst>
              <a:ext uri="{FF2B5EF4-FFF2-40B4-BE49-F238E27FC236}">
                <a16:creationId xmlns:a16="http://schemas.microsoft.com/office/drawing/2014/main" id="{1CFC36C8-557B-2326-1856-2F4CE0B7520C}"/>
              </a:ext>
            </a:extLst>
          </p:cNvPr>
          <p:cNvSpPr txBox="1"/>
          <p:nvPr/>
        </p:nvSpPr>
        <p:spPr>
          <a:xfrm>
            <a:off x="4583832" y="2700393"/>
            <a:ext cx="2992089" cy="309958"/>
          </a:xfrm>
          <a:prstGeom prst="rect">
            <a:avLst/>
          </a:prstGeom>
          <a:noFill/>
        </p:spPr>
        <p:txBody>
          <a:bodyPr vert="horz" wrap="square" lIns="90000" tIns="46800" rIns="90000" bIns="46800" rtlCol="0" anchor="ctr">
            <a:spAutoFit/>
          </a:bodyPr>
          <a:lstStyle/>
          <a:p>
            <a:pPr algn="l">
              <a:spcBef>
                <a:spcPct val="0"/>
              </a:spcBef>
            </a:pPr>
            <a:r>
              <a:rPr lang="en-US" sz="1400" i="1" dirty="0">
                <a:solidFill>
                  <a:schemeClr val="tx2"/>
                </a:solidFill>
              </a:rPr>
              <a:t>Data exists but isn’t decision‑ready</a:t>
            </a:r>
          </a:p>
        </p:txBody>
      </p:sp>
      <p:pic>
        <p:nvPicPr>
          <p:cNvPr id="46" name="Graphic 45" descr="Link with solid fill">
            <a:extLst>
              <a:ext uri="{FF2B5EF4-FFF2-40B4-BE49-F238E27FC236}">
                <a16:creationId xmlns:a16="http://schemas.microsoft.com/office/drawing/2014/main" id="{48C8E62C-218A-0BD8-FFDD-2E8A5B9C75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518667" y="3102007"/>
            <a:ext cx="529208" cy="529208"/>
          </a:xfrm>
          <a:prstGeom prst="rect">
            <a:avLst/>
          </a:prstGeom>
        </p:spPr>
      </p:pic>
      <p:sp>
        <p:nvSpPr>
          <p:cNvPr id="47" name="TextBox 46">
            <a:extLst>
              <a:ext uri="{FF2B5EF4-FFF2-40B4-BE49-F238E27FC236}">
                <a16:creationId xmlns:a16="http://schemas.microsoft.com/office/drawing/2014/main" id="{0AF253EA-D691-D052-A59D-D51E0DFC834F}"/>
              </a:ext>
            </a:extLst>
          </p:cNvPr>
          <p:cNvSpPr txBox="1"/>
          <p:nvPr/>
        </p:nvSpPr>
        <p:spPr>
          <a:xfrm>
            <a:off x="5006396" y="3191848"/>
            <a:ext cx="2631474" cy="309958"/>
          </a:xfrm>
          <a:prstGeom prst="rect">
            <a:avLst/>
          </a:prstGeom>
          <a:noFill/>
        </p:spPr>
        <p:txBody>
          <a:bodyPr vert="horz" wrap="square" lIns="90000" tIns="46800" rIns="90000" bIns="46800" rtlCol="0" anchor="ctr">
            <a:spAutoFit/>
          </a:bodyPr>
          <a:lstStyle/>
          <a:p>
            <a:pPr algn="l">
              <a:spcBef>
                <a:spcPct val="0"/>
              </a:spcBef>
            </a:pPr>
            <a:r>
              <a:rPr lang="en-US" sz="1400" i="1" u="sng" dirty="0">
                <a:solidFill>
                  <a:schemeClr val="tx2"/>
                </a:solidFill>
                <a:hlinkClick r:id="rId3">
                  <a:extLst>
                    <a:ext uri="{A12FA001-AC4F-418D-AE19-62706E023703}">
                      <ahyp:hlinkClr xmlns:ahyp="http://schemas.microsoft.com/office/drawing/2018/hyperlinkcolor" val="tx"/>
                    </a:ext>
                  </a:extLst>
                </a:hlinkClick>
              </a:rPr>
              <a:t>Gartner HR Research, 2024</a:t>
            </a:r>
            <a:endParaRPr lang="en-US" sz="1400" i="1" u="sng" dirty="0">
              <a:solidFill>
                <a:schemeClr val="tx2"/>
              </a:solidFill>
            </a:endParaRPr>
          </a:p>
        </p:txBody>
      </p:sp>
      <p:pic>
        <p:nvPicPr>
          <p:cNvPr id="48" name="Graphic 47" descr="Link with solid fill">
            <a:extLst>
              <a:ext uri="{FF2B5EF4-FFF2-40B4-BE49-F238E27FC236}">
                <a16:creationId xmlns:a16="http://schemas.microsoft.com/office/drawing/2014/main" id="{53C05976-A2FB-1340-63A6-519326E3F4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28956" y="3070953"/>
            <a:ext cx="529208" cy="529208"/>
          </a:xfrm>
          <a:prstGeom prst="rect">
            <a:avLst/>
          </a:prstGeom>
        </p:spPr>
      </p:pic>
      <p:sp>
        <p:nvSpPr>
          <p:cNvPr id="49" name="TextBox 48">
            <a:extLst>
              <a:ext uri="{FF2B5EF4-FFF2-40B4-BE49-F238E27FC236}">
                <a16:creationId xmlns:a16="http://schemas.microsoft.com/office/drawing/2014/main" id="{4F5E3904-A5E5-01D2-BF9D-AB143B633CD9}"/>
              </a:ext>
            </a:extLst>
          </p:cNvPr>
          <p:cNvSpPr txBox="1"/>
          <p:nvPr/>
        </p:nvSpPr>
        <p:spPr>
          <a:xfrm>
            <a:off x="8916685" y="3160794"/>
            <a:ext cx="2631474" cy="309958"/>
          </a:xfrm>
          <a:prstGeom prst="rect">
            <a:avLst/>
          </a:prstGeom>
          <a:noFill/>
        </p:spPr>
        <p:txBody>
          <a:bodyPr vert="horz" wrap="square" lIns="90000" tIns="46800" rIns="90000" bIns="46800" rtlCol="0" anchor="ctr">
            <a:spAutoFit/>
          </a:bodyPr>
          <a:lstStyle/>
          <a:p>
            <a:pPr algn="l">
              <a:spcBef>
                <a:spcPct val="0"/>
              </a:spcBef>
            </a:pPr>
            <a:r>
              <a:rPr lang="en-US" sz="1400" i="1" u="sng" dirty="0">
                <a:solidFill>
                  <a:schemeClr val="tx2"/>
                </a:solidFill>
                <a:hlinkClick r:id="rId3">
                  <a:extLst>
                    <a:ext uri="{A12FA001-AC4F-418D-AE19-62706E023703}">
                      <ahyp:hlinkClr xmlns:ahyp="http://schemas.microsoft.com/office/drawing/2018/hyperlinkcolor" val="tx"/>
                    </a:ext>
                  </a:extLst>
                </a:hlinkClick>
              </a:rPr>
              <a:t>Gartner HR Research, 2024</a:t>
            </a:r>
            <a:endParaRPr lang="en-US" sz="1400" i="1" u="sng" dirty="0">
              <a:solidFill>
                <a:schemeClr val="tx2"/>
              </a:solidFill>
            </a:endParaRPr>
          </a:p>
        </p:txBody>
      </p:sp>
      <p:sp>
        <p:nvSpPr>
          <p:cNvPr id="51" name="TextBox 50">
            <a:extLst>
              <a:ext uri="{FF2B5EF4-FFF2-40B4-BE49-F238E27FC236}">
                <a16:creationId xmlns:a16="http://schemas.microsoft.com/office/drawing/2014/main" id="{154D4D9D-FF40-6DCC-274D-A51A457D36FB}"/>
              </a:ext>
            </a:extLst>
          </p:cNvPr>
          <p:cNvSpPr txBox="1"/>
          <p:nvPr/>
        </p:nvSpPr>
        <p:spPr>
          <a:xfrm>
            <a:off x="8417523" y="2687663"/>
            <a:ext cx="3256845" cy="309958"/>
          </a:xfrm>
          <a:prstGeom prst="rect">
            <a:avLst/>
          </a:prstGeom>
          <a:noFill/>
        </p:spPr>
        <p:txBody>
          <a:bodyPr vert="horz" wrap="square" lIns="90000" tIns="46800" rIns="90000" bIns="46800" rtlCol="0" anchor="ctr">
            <a:spAutoFit/>
          </a:bodyPr>
          <a:lstStyle/>
          <a:p>
            <a:pPr algn="l">
              <a:spcBef>
                <a:spcPct val="0"/>
              </a:spcBef>
            </a:pPr>
            <a:r>
              <a:rPr lang="en-US" sz="1400" i="1" dirty="0">
                <a:solidFill>
                  <a:schemeClr val="tx2"/>
                </a:solidFill>
              </a:rPr>
              <a:t>Readiness impacts execution directly</a:t>
            </a:r>
          </a:p>
        </p:txBody>
      </p:sp>
      <p:sp>
        <p:nvSpPr>
          <p:cNvPr id="53" name="TextBox 52">
            <a:extLst>
              <a:ext uri="{FF2B5EF4-FFF2-40B4-BE49-F238E27FC236}">
                <a16:creationId xmlns:a16="http://schemas.microsoft.com/office/drawing/2014/main" id="{934CB861-15EC-EB98-6DEC-F9A6460CA550}"/>
              </a:ext>
            </a:extLst>
          </p:cNvPr>
          <p:cNvSpPr txBox="1"/>
          <p:nvPr/>
        </p:nvSpPr>
        <p:spPr>
          <a:xfrm>
            <a:off x="482417" y="4223754"/>
            <a:ext cx="2250653" cy="771623"/>
          </a:xfrm>
          <a:prstGeom prst="rect">
            <a:avLst/>
          </a:prstGeom>
          <a:noFill/>
        </p:spPr>
        <p:txBody>
          <a:bodyPr vert="horz" wrap="square" lIns="90000" tIns="46800" rIns="90000" bIns="46800" rtlCol="0" anchor="ctr">
            <a:spAutoFit/>
          </a:bodyPr>
          <a:lstStyle/>
          <a:p>
            <a:pPr algn="l">
              <a:spcBef>
                <a:spcPct val="0"/>
              </a:spcBef>
            </a:pPr>
            <a:r>
              <a:rPr lang="en-US" sz="4400" b="1">
                <a:solidFill>
                  <a:schemeClr val="tx2"/>
                </a:solidFill>
              </a:rPr>
              <a:t>41%</a:t>
            </a:r>
            <a:endParaRPr lang="en-US" sz="4400" b="1" dirty="0">
              <a:solidFill>
                <a:schemeClr val="tx2"/>
              </a:solidFill>
            </a:endParaRPr>
          </a:p>
        </p:txBody>
      </p:sp>
      <p:sp>
        <p:nvSpPr>
          <p:cNvPr id="54" name="TextBox 53">
            <a:extLst>
              <a:ext uri="{FF2B5EF4-FFF2-40B4-BE49-F238E27FC236}">
                <a16:creationId xmlns:a16="http://schemas.microsoft.com/office/drawing/2014/main" id="{605B7197-61D3-59A2-05E5-AE6AB32359A0}"/>
              </a:ext>
            </a:extLst>
          </p:cNvPr>
          <p:cNvSpPr txBox="1"/>
          <p:nvPr/>
        </p:nvSpPr>
        <p:spPr>
          <a:xfrm>
            <a:off x="1892991" y="4211291"/>
            <a:ext cx="2330801" cy="879344"/>
          </a:xfrm>
          <a:prstGeom prst="rect">
            <a:avLst/>
          </a:prstGeom>
          <a:noFill/>
        </p:spPr>
        <p:txBody>
          <a:bodyPr vert="horz" wrap="square" lIns="90000" tIns="46800" rIns="90000" bIns="46800" rtlCol="0" anchor="ctr">
            <a:spAutoFit/>
          </a:bodyPr>
          <a:lstStyle/>
          <a:p>
            <a:pPr algn="l">
              <a:spcBef>
                <a:spcPct val="0"/>
              </a:spcBef>
            </a:pPr>
            <a:r>
              <a:rPr lang="en-US" sz="1700" b="1" dirty="0">
                <a:solidFill>
                  <a:schemeClr val="tx2"/>
                </a:solidFill>
              </a:rPr>
              <a:t>Have Adopted Skills‑Based Processes</a:t>
            </a:r>
          </a:p>
        </p:txBody>
      </p:sp>
      <p:sp>
        <p:nvSpPr>
          <p:cNvPr id="55" name="TextBox 54">
            <a:extLst>
              <a:ext uri="{FF2B5EF4-FFF2-40B4-BE49-F238E27FC236}">
                <a16:creationId xmlns:a16="http://schemas.microsoft.com/office/drawing/2014/main" id="{39DBC686-19CA-FA88-5707-FD5A8FB8B5DF}"/>
              </a:ext>
            </a:extLst>
          </p:cNvPr>
          <p:cNvSpPr txBox="1"/>
          <p:nvPr/>
        </p:nvSpPr>
        <p:spPr>
          <a:xfrm>
            <a:off x="448866" y="5110480"/>
            <a:ext cx="3424137" cy="309958"/>
          </a:xfrm>
          <a:prstGeom prst="rect">
            <a:avLst/>
          </a:prstGeom>
          <a:noFill/>
        </p:spPr>
        <p:txBody>
          <a:bodyPr vert="horz" wrap="square" lIns="90000" tIns="46800" rIns="90000" bIns="46800" rtlCol="0" anchor="ctr">
            <a:spAutoFit/>
          </a:bodyPr>
          <a:lstStyle/>
          <a:p>
            <a:pPr algn="l">
              <a:spcBef>
                <a:spcPct val="0"/>
              </a:spcBef>
            </a:pPr>
            <a:r>
              <a:rPr lang="en-US" sz="1400" i="1" dirty="0">
                <a:solidFill>
                  <a:schemeClr val="tx2"/>
                </a:solidFill>
              </a:rPr>
              <a:t>Most L&amp;D lacks operational capability</a:t>
            </a:r>
          </a:p>
        </p:txBody>
      </p:sp>
      <p:pic>
        <p:nvPicPr>
          <p:cNvPr id="56" name="Graphic 55" descr="Link with solid fill">
            <a:extLst>
              <a:ext uri="{FF2B5EF4-FFF2-40B4-BE49-F238E27FC236}">
                <a16:creationId xmlns:a16="http://schemas.microsoft.com/office/drawing/2014/main" id="{EF5E5A11-F56D-8312-7D92-E126E96D6A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3273" y="5512094"/>
            <a:ext cx="529208" cy="529208"/>
          </a:xfrm>
          <a:prstGeom prst="rect">
            <a:avLst/>
          </a:prstGeom>
        </p:spPr>
      </p:pic>
      <p:sp>
        <p:nvSpPr>
          <p:cNvPr id="57" name="TextBox 56">
            <a:extLst>
              <a:ext uri="{FF2B5EF4-FFF2-40B4-BE49-F238E27FC236}">
                <a16:creationId xmlns:a16="http://schemas.microsoft.com/office/drawing/2014/main" id="{7E515B58-25FB-CB9A-1F72-CD93B996495D}"/>
              </a:ext>
            </a:extLst>
          </p:cNvPr>
          <p:cNvSpPr txBox="1"/>
          <p:nvPr/>
        </p:nvSpPr>
        <p:spPr>
          <a:xfrm>
            <a:off x="1021002" y="5522683"/>
            <a:ext cx="2626727" cy="525401"/>
          </a:xfrm>
          <a:prstGeom prst="rect">
            <a:avLst/>
          </a:prstGeom>
          <a:noFill/>
        </p:spPr>
        <p:txBody>
          <a:bodyPr vert="horz" wrap="square" lIns="90000" tIns="46800" rIns="90000" bIns="46800" rtlCol="0" anchor="ctr">
            <a:spAutoFit/>
          </a:bodyPr>
          <a:lstStyle/>
          <a:p>
            <a:pPr algn="l">
              <a:spcBef>
                <a:spcPct val="0"/>
              </a:spcBef>
            </a:pPr>
            <a:r>
              <a:rPr lang="en-US" sz="1400" i="1" u="sng" dirty="0">
                <a:solidFill>
                  <a:schemeClr val="tx2"/>
                </a:solidFill>
              </a:rPr>
              <a:t>Gartner, Skills‑Based Talent </a:t>
            </a:r>
            <a:r>
              <a:rPr lang="en-US" sz="1400" i="1" u="sng" dirty="0" err="1">
                <a:solidFill>
                  <a:schemeClr val="tx2"/>
                </a:solidFill>
              </a:rPr>
              <a:t>Mgmt</a:t>
            </a:r>
            <a:r>
              <a:rPr lang="en-US" sz="1400" i="1" u="sng" dirty="0">
                <a:solidFill>
                  <a:schemeClr val="tx2"/>
                </a:solidFill>
              </a:rPr>
              <a:t>, 2024</a:t>
            </a:r>
          </a:p>
        </p:txBody>
      </p:sp>
      <p:sp>
        <p:nvSpPr>
          <p:cNvPr id="63" name="TextBox 62">
            <a:extLst>
              <a:ext uri="{FF2B5EF4-FFF2-40B4-BE49-F238E27FC236}">
                <a16:creationId xmlns:a16="http://schemas.microsoft.com/office/drawing/2014/main" id="{A06569C2-2D7D-D625-FC0B-FD1F8D612D2F}"/>
              </a:ext>
            </a:extLst>
          </p:cNvPr>
          <p:cNvSpPr txBox="1"/>
          <p:nvPr/>
        </p:nvSpPr>
        <p:spPr>
          <a:xfrm>
            <a:off x="4367808" y="4285647"/>
            <a:ext cx="2250653" cy="771623"/>
          </a:xfrm>
          <a:prstGeom prst="rect">
            <a:avLst/>
          </a:prstGeom>
          <a:noFill/>
        </p:spPr>
        <p:txBody>
          <a:bodyPr vert="horz" wrap="square" lIns="90000" tIns="46800" rIns="90000" bIns="46800" rtlCol="0" anchor="ctr">
            <a:spAutoFit/>
          </a:bodyPr>
          <a:lstStyle/>
          <a:p>
            <a:pPr algn="l">
              <a:spcBef>
                <a:spcPct val="0"/>
              </a:spcBef>
            </a:pPr>
            <a:r>
              <a:rPr lang="en-US" sz="2800" b="1" dirty="0">
                <a:solidFill>
                  <a:schemeClr val="tx2"/>
                </a:solidFill>
              </a:rPr>
              <a:t>+</a:t>
            </a:r>
            <a:r>
              <a:rPr lang="en-US" sz="4400" b="1" dirty="0">
                <a:solidFill>
                  <a:schemeClr val="tx2"/>
                </a:solidFill>
              </a:rPr>
              <a:t>15</a:t>
            </a:r>
            <a:r>
              <a:rPr lang="en-US" sz="2400" b="1" dirty="0">
                <a:solidFill>
                  <a:schemeClr val="tx2"/>
                </a:solidFill>
              </a:rPr>
              <a:t>pp</a:t>
            </a:r>
            <a:endParaRPr lang="en-US" sz="4400" b="1" dirty="0">
              <a:solidFill>
                <a:schemeClr val="tx2"/>
              </a:solidFill>
            </a:endParaRPr>
          </a:p>
        </p:txBody>
      </p:sp>
      <p:sp>
        <p:nvSpPr>
          <p:cNvPr id="64" name="TextBox 63">
            <a:extLst>
              <a:ext uri="{FF2B5EF4-FFF2-40B4-BE49-F238E27FC236}">
                <a16:creationId xmlns:a16="http://schemas.microsoft.com/office/drawing/2014/main" id="{2D713E46-B31D-8E59-24C7-94BFCBA2BA2B}"/>
              </a:ext>
            </a:extLst>
          </p:cNvPr>
          <p:cNvSpPr txBox="1"/>
          <p:nvPr/>
        </p:nvSpPr>
        <p:spPr>
          <a:xfrm>
            <a:off x="5754528" y="4420370"/>
            <a:ext cx="2020728" cy="617734"/>
          </a:xfrm>
          <a:prstGeom prst="rect">
            <a:avLst/>
          </a:prstGeom>
          <a:noFill/>
        </p:spPr>
        <p:txBody>
          <a:bodyPr vert="horz" wrap="square" lIns="90000" tIns="46800" rIns="90000" bIns="46800" rtlCol="0" anchor="ctr">
            <a:spAutoFit/>
          </a:bodyPr>
          <a:lstStyle/>
          <a:p>
            <a:pPr algn="l">
              <a:spcBef>
                <a:spcPct val="0"/>
              </a:spcBef>
            </a:pPr>
            <a:r>
              <a:rPr lang="en-US" sz="1700" b="1" dirty="0">
                <a:solidFill>
                  <a:schemeClr val="tx2"/>
                </a:solidFill>
              </a:rPr>
              <a:t>Ahead In GenAI Adoption</a:t>
            </a:r>
          </a:p>
        </p:txBody>
      </p:sp>
      <p:sp>
        <p:nvSpPr>
          <p:cNvPr id="65" name="TextBox 64">
            <a:extLst>
              <a:ext uri="{FF2B5EF4-FFF2-40B4-BE49-F238E27FC236}">
                <a16:creationId xmlns:a16="http://schemas.microsoft.com/office/drawing/2014/main" id="{4C98CD0F-55A6-878D-D6DA-923537221823}"/>
              </a:ext>
            </a:extLst>
          </p:cNvPr>
          <p:cNvSpPr txBox="1"/>
          <p:nvPr/>
        </p:nvSpPr>
        <p:spPr>
          <a:xfrm>
            <a:off x="4412634" y="5234584"/>
            <a:ext cx="3424137" cy="309958"/>
          </a:xfrm>
          <a:prstGeom prst="rect">
            <a:avLst/>
          </a:prstGeom>
          <a:noFill/>
        </p:spPr>
        <p:txBody>
          <a:bodyPr vert="horz" wrap="square" lIns="90000" tIns="46800" rIns="90000" bIns="46800" rtlCol="0" anchor="ctr">
            <a:spAutoFit/>
          </a:bodyPr>
          <a:lstStyle/>
          <a:p>
            <a:pPr algn="l">
              <a:spcBef>
                <a:spcPct val="0"/>
              </a:spcBef>
            </a:pPr>
            <a:r>
              <a:rPr lang="en-US" sz="1400" i="1" dirty="0">
                <a:solidFill>
                  <a:schemeClr val="tx2"/>
                </a:solidFill>
              </a:rPr>
              <a:t>AI success depends on skill readiness</a:t>
            </a:r>
          </a:p>
        </p:txBody>
      </p:sp>
      <p:pic>
        <p:nvPicPr>
          <p:cNvPr id="66" name="Graphic 65" descr="Link with solid fill">
            <a:extLst>
              <a:ext uri="{FF2B5EF4-FFF2-40B4-BE49-F238E27FC236}">
                <a16:creationId xmlns:a16="http://schemas.microsoft.com/office/drawing/2014/main" id="{0ABE0C10-CFD7-F70C-146D-695013A361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97041" y="5573987"/>
            <a:ext cx="529208" cy="529208"/>
          </a:xfrm>
          <a:prstGeom prst="rect">
            <a:avLst/>
          </a:prstGeom>
        </p:spPr>
      </p:pic>
      <p:sp>
        <p:nvSpPr>
          <p:cNvPr id="67" name="TextBox 66">
            <a:extLst>
              <a:ext uri="{FF2B5EF4-FFF2-40B4-BE49-F238E27FC236}">
                <a16:creationId xmlns:a16="http://schemas.microsoft.com/office/drawing/2014/main" id="{1762977A-9AB0-E95E-4928-2476EC47BCCC}"/>
              </a:ext>
            </a:extLst>
          </p:cNvPr>
          <p:cNvSpPr txBox="1"/>
          <p:nvPr/>
        </p:nvSpPr>
        <p:spPr>
          <a:xfrm>
            <a:off x="4984770" y="5556107"/>
            <a:ext cx="2631474" cy="525401"/>
          </a:xfrm>
          <a:prstGeom prst="rect">
            <a:avLst/>
          </a:prstGeom>
          <a:noFill/>
        </p:spPr>
        <p:txBody>
          <a:bodyPr vert="horz" wrap="square" lIns="90000" tIns="46800" rIns="90000" bIns="46800" rtlCol="0" anchor="ctr">
            <a:spAutoFit/>
          </a:bodyPr>
          <a:lstStyle/>
          <a:p>
            <a:pPr algn="l">
              <a:spcBef>
                <a:spcPct val="0"/>
              </a:spcBef>
            </a:pPr>
            <a:r>
              <a:rPr lang="en-US" sz="1400" i="1" u="sng" dirty="0">
                <a:solidFill>
                  <a:schemeClr val="tx2"/>
                </a:solidFill>
              </a:rPr>
              <a:t>LinkedIn Workplace Learning Report, 2025</a:t>
            </a:r>
          </a:p>
        </p:txBody>
      </p:sp>
      <p:sp>
        <p:nvSpPr>
          <p:cNvPr id="68" name="TextBox 67">
            <a:extLst>
              <a:ext uri="{FF2B5EF4-FFF2-40B4-BE49-F238E27FC236}">
                <a16:creationId xmlns:a16="http://schemas.microsoft.com/office/drawing/2014/main" id="{3EAFE01C-B2E8-ED43-ED0B-FD97D74C15FA}"/>
              </a:ext>
            </a:extLst>
          </p:cNvPr>
          <p:cNvSpPr txBox="1"/>
          <p:nvPr/>
        </p:nvSpPr>
        <p:spPr>
          <a:xfrm>
            <a:off x="8280741" y="4231782"/>
            <a:ext cx="2250653" cy="771623"/>
          </a:xfrm>
          <a:prstGeom prst="rect">
            <a:avLst/>
          </a:prstGeom>
          <a:noFill/>
        </p:spPr>
        <p:txBody>
          <a:bodyPr vert="horz" wrap="square" lIns="90000" tIns="46800" rIns="90000" bIns="46800" rtlCol="0" anchor="ctr">
            <a:spAutoFit/>
          </a:bodyPr>
          <a:lstStyle/>
          <a:p>
            <a:pPr algn="l">
              <a:spcBef>
                <a:spcPct val="0"/>
              </a:spcBef>
            </a:pPr>
            <a:r>
              <a:rPr lang="en-US" sz="4400" b="1" dirty="0">
                <a:solidFill>
                  <a:schemeClr val="tx2"/>
                </a:solidFill>
              </a:rPr>
              <a:t>49%</a:t>
            </a:r>
          </a:p>
        </p:txBody>
      </p:sp>
      <p:sp>
        <p:nvSpPr>
          <p:cNvPr id="69" name="TextBox 68">
            <a:extLst>
              <a:ext uri="{FF2B5EF4-FFF2-40B4-BE49-F238E27FC236}">
                <a16:creationId xmlns:a16="http://schemas.microsoft.com/office/drawing/2014/main" id="{B4886DE4-CBFD-AA48-779D-9FEC293DE601}"/>
              </a:ext>
            </a:extLst>
          </p:cNvPr>
          <p:cNvSpPr txBox="1"/>
          <p:nvPr/>
        </p:nvSpPr>
        <p:spPr>
          <a:xfrm>
            <a:off x="9589084" y="4361841"/>
            <a:ext cx="2020728" cy="617734"/>
          </a:xfrm>
          <a:prstGeom prst="rect">
            <a:avLst/>
          </a:prstGeom>
          <a:noFill/>
        </p:spPr>
        <p:txBody>
          <a:bodyPr vert="horz" wrap="square" lIns="90000" tIns="46800" rIns="90000" bIns="46800" rtlCol="0" anchor="ctr">
            <a:spAutoFit/>
          </a:bodyPr>
          <a:lstStyle/>
          <a:p>
            <a:pPr algn="l">
              <a:spcBef>
                <a:spcPct val="0"/>
              </a:spcBef>
            </a:pPr>
            <a:r>
              <a:rPr lang="en-US" sz="1700" b="1" dirty="0">
                <a:solidFill>
                  <a:schemeClr val="tx2"/>
                </a:solidFill>
              </a:rPr>
              <a:t>Say AI Is Ahead Of Training</a:t>
            </a:r>
          </a:p>
        </p:txBody>
      </p:sp>
      <p:sp>
        <p:nvSpPr>
          <p:cNvPr id="70" name="TextBox 69">
            <a:extLst>
              <a:ext uri="{FF2B5EF4-FFF2-40B4-BE49-F238E27FC236}">
                <a16:creationId xmlns:a16="http://schemas.microsoft.com/office/drawing/2014/main" id="{A0772F89-474C-432F-D222-2A91D7E2A9E0}"/>
              </a:ext>
            </a:extLst>
          </p:cNvPr>
          <p:cNvSpPr txBox="1"/>
          <p:nvPr/>
        </p:nvSpPr>
        <p:spPr>
          <a:xfrm>
            <a:off x="8247190" y="5113844"/>
            <a:ext cx="3424137" cy="309958"/>
          </a:xfrm>
          <a:prstGeom prst="rect">
            <a:avLst/>
          </a:prstGeom>
          <a:noFill/>
        </p:spPr>
        <p:txBody>
          <a:bodyPr vert="horz" wrap="square" lIns="90000" tIns="46800" rIns="90000" bIns="46800" rtlCol="0" anchor="ctr">
            <a:spAutoFit/>
          </a:bodyPr>
          <a:lstStyle/>
          <a:p>
            <a:pPr algn="l">
              <a:spcBef>
                <a:spcPct val="0"/>
              </a:spcBef>
            </a:pPr>
            <a:r>
              <a:rPr lang="en-US" sz="1400" i="1" dirty="0">
                <a:solidFill>
                  <a:schemeClr val="tx2"/>
                </a:solidFill>
              </a:rPr>
              <a:t>Static learning models can’t keep up</a:t>
            </a:r>
          </a:p>
        </p:txBody>
      </p:sp>
      <p:pic>
        <p:nvPicPr>
          <p:cNvPr id="71" name="Graphic 70" descr="Link with solid fill">
            <a:extLst>
              <a:ext uri="{FF2B5EF4-FFF2-40B4-BE49-F238E27FC236}">
                <a16:creationId xmlns:a16="http://schemas.microsoft.com/office/drawing/2014/main" id="{5FAD3E62-8103-979C-61D2-531EBDDFDF0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31597" y="5515458"/>
            <a:ext cx="529208" cy="529208"/>
          </a:xfrm>
          <a:prstGeom prst="rect">
            <a:avLst/>
          </a:prstGeom>
        </p:spPr>
      </p:pic>
      <p:sp>
        <p:nvSpPr>
          <p:cNvPr id="72" name="TextBox 71">
            <a:extLst>
              <a:ext uri="{FF2B5EF4-FFF2-40B4-BE49-F238E27FC236}">
                <a16:creationId xmlns:a16="http://schemas.microsoft.com/office/drawing/2014/main" id="{5D7B9351-E653-6F23-AE60-95B2143A55F7}"/>
              </a:ext>
            </a:extLst>
          </p:cNvPr>
          <p:cNvSpPr txBox="1"/>
          <p:nvPr/>
        </p:nvSpPr>
        <p:spPr>
          <a:xfrm>
            <a:off x="8819326" y="5497578"/>
            <a:ext cx="2631474" cy="525401"/>
          </a:xfrm>
          <a:prstGeom prst="rect">
            <a:avLst/>
          </a:prstGeom>
          <a:noFill/>
        </p:spPr>
        <p:txBody>
          <a:bodyPr vert="horz" wrap="square" lIns="90000" tIns="46800" rIns="90000" bIns="46800" rtlCol="0" anchor="ctr">
            <a:spAutoFit/>
          </a:bodyPr>
          <a:lstStyle/>
          <a:p>
            <a:pPr algn="l">
              <a:spcBef>
                <a:spcPct val="0"/>
              </a:spcBef>
            </a:pPr>
            <a:r>
              <a:rPr lang="en-US" sz="1400" i="1" u="sng" dirty="0" err="1">
                <a:solidFill>
                  <a:schemeClr val="tx2"/>
                </a:solidFill>
              </a:rPr>
              <a:t>TalentLMS</a:t>
            </a:r>
            <a:r>
              <a:rPr lang="en-US" sz="1400" i="1" u="sng" dirty="0">
                <a:solidFill>
                  <a:schemeClr val="tx2"/>
                </a:solidFill>
              </a:rPr>
              <a:t> L&amp;D Benchmark, 2024</a:t>
            </a:r>
          </a:p>
        </p:txBody>
      </p:sp>
    </p:spTree>
    <p:extLst>
      <p:ext uri="{BB962C8B-B14F-4D97-AF65-F5344CB8AC3E}">
        <p14:creationId xmlns:p14="http://schemas.microsoft.com/office/powerpoint/2010/main" val="3606053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BB08758-1680-30E1-5BDA-CA9CD4C1F597}"/>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96E166EB-70C0-E885-D0CD-14BEF670EFFB}"/>
              </a:ext>
            </a:extLst>
          </p:cNvPr>
          <p:cNvSpPr>
            <a:spLocks noGrp="1"/>
          </p:cNvSpPr>
          <p:nvPr>
            <p:ph type="ftr" sz="quarter" idx="11"/>
          </p:nvPr>
        </p:nvSpPr>
        <p:spPr/>
        <p:txBody>
          <a:bodyPr/>
          <a:lstStyle/>
          <a:p>
            <a:pPr>
              <a:spcBef>
                <a:spcPts val="1000"/>
              </a:spcBef>
              <a:buFont typeface="Arial" panose="020B0604020202020204" pitchFamily="34" charset="0"/>
              <a:buNone/>
            </a:pPr>
            <a:r>
              <a:rPr lang="en-US" dirty="0"/>
              <a:t>Presentation Title | Author | Date</a:t>
            </a:r>
          </a:p>
        </p:txBody>
      </p:sp>
      <p:sp>
        <p:nvSpPr>
          <p:cNvPr id="5" name="Slide Number Placeholder 4">
            <a:extLst>
              <a:ext uri="{FF2B5EF4-FFF2-40B4-BE49-F238E27FC236}">
                <a16:creationId xmlns:a16="http://schemas.microsoft.com/office/drawing/2014/main" id="{FDD0D797-8DC9-D8F9-D588-8CB03BE16716}"/>
              </a:ext>
            </a:extLst>
          </p:cNvPr>
          <p:cNvSpPr>
            <a:spLocks noGrp="1"/>
          </p:cNvSpPr>
          <p:nvPr>
            <p:ph type="sldNum" sz="quarter" idx="12"/>
          </p:nvPr>
        </p:nvSpPr>
        <p:spPr/>
        <p:txBody>
          <a:bodyPr/>
          <a:lstStyle/>
          <a:p>
            <a:pPr algn="r"/>
            <a:fld id="{5D9A5160-6218-4E5A-B9E6-B93E3DAE377C}" type="slidenum">
              <a:rPr lang="en-US" smtClean="0"/>
              <a:pPr algn="r"/>
              <a:t>6</a:t>
            </a:fld>
            <a:endParaRPr lang="en-US"/>
          </a:p>
        </p:txBody>
      </p:sp>
      <p:sp>
        <p:nvSpPr>
          <p:cNvPr id="8" name="Title 7">
            <a:extLst>
              <a:ext uri="{FF2B5EF4-FFF2-40B4-BE49-F238E27FC236}">
                <a16:creationId xmlns:a16="http://schemas.microsoft.com/office/drawing/2014/main" id="{794323A7-6DDD-CE4B-2840-FAAEC8BD2F76}"/>
              </a:ext>
            </a:extLst>
          </p:cNvPr>
          <p:cNvSpPr>
            <a:spLocks noGrp="1"/>
          </p:cNvSpPr>
          <p:nvPr>
            <p:ph type="title"/>
          </p:nvPr>
        </p:nvSpPr>
        <p:spPr>
          <a:xfrm>
            <a:off x="407368" y="116632"/>
            <a:ext cx="11090938" cy="930372"/>
          </a:xfrm>
        </p:spPr>
        <p:txBody>
          <a:bodyPr/>
          <a:lstStyle/>
          <a:p>
            <a:r>
              <a:rPr lang="en-US" dirty="0"/>
              <a:t>Signal Index from Recurring Interview Themes</a:t>
            </a:r>
          </a:p>
        </p:txBody>
      </p:sp>
      <p:sp>
        <p:nvSpPr>
          <p:cNvPr id="13" name="Flowchart: Off-page Connector 12">
            <a:extLst>
              <a:ext uri="{FF2B5EF4-FFF2-40B4-BE49-F238E27FC236}">
                <a16:creationId xmlns:a16="http://schemas.microsoft.com/office/drawing/2014/main" id="{01FCFDDB-A04E-1DD0-3C94-DDE4C5BC3DB7}"/>
              </a:ext>
            </a:extLst>
          </p:cNvPr>
          <p:cNvSpPr/>
          <p:nvPr/>
        </p:nvSpPr>
        <p:spPr>
          <a:xfrm>
            <a:off x="551384" y="1772816"/>
            <a:ext cx="2592288" cy="4464496"/>
          </a:xfrm>
          <a:prstGeom prst="flowChartOffpageConnector">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6" name="Flowchart: Off-page Connector 15">
            <a:extLst>
              <a:ext uri="{FF2B5EF4-FFF2-40B4-BE49-F238E27FC236}">
                <a16:creationId xmlns:a16="http://schemas.microsoft.com/office/drawing/2014/main" id="{FF239544-F88E-9CF1-E30B-E1D03A738011}"/>
              </a:ext>
            </a:extLst>
          </p:cNvPr>
          <p:cNvSpPr/>
          <p:nvPr/>
        </p:nvSpPr>
        <p:spPr>
          <a:xfrm>
            <a:off x="3359696" y="1772816"/>
            <a:ext cx="2592288" cy="4464496"/>
          </a:xfrm>
          <a:prstGeom prst="flowChartOffpageConnector">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7" name="Flowchart: Off-page Connector 16">
            <a:extLst>
              <a:ext uri="{FF2B5EF4-FFF2-40B4-BE49-F238E27FC236}">
                <a16:creationId xmlns:a16="http://schemas.microsoft.com/office/drawing/2014/main" id="{91EF6042-415B-1BE0-BDB5-73C8751A8A19}"/>
              </a:ext>
            </a:extLst>
          </p:cNvPr>
          <p:cNvSpPr/>
          <p:nvPr/>
        </p:nvSpPr>
        <p:spPr>
          <a:xfrm>
            <a:off x="6168008" y="1772816"/>
            <a:ext cx="2592288" cy="4464496"/>
          </a:xfrm>
          <a:prstGeom prst="flowChartOffpageConnector">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8" name="Flowchart: Off-page Connector 17">
            <a:extLst>
              <a:ext uri="{FF2B5EF4-FFF2-40B4-BE49-F238E27FC236}">
                <a16:creationId xmlns:a16="http://schemas.microsoft.com/office/drawing/2014/main" id="{DAD4D454-41DB-1430-3387-7CBCD3074B50}"/>
              </a:ext>
            </a:extLst>
          </p:cNvPr>
          <p:cNvSpPr/>
          <p:nvPr/>
        </p:nvSpPr>
        <p:spPr>
          <a:xfrm>
            <a:off x="8976320" y="1770591"/>
            <a:ext cx="2592288" cy="4464496"/>
          </a:xfrm>
          <a:prstGeom prst="flowChartOffpageConnector">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9" name="TextBox 18">
            <a:extLst>
              <a:ext uri="{FF2B5EF4-FFF2-40B4-BE49-F238E27FC236}">
                <a16:creationId xmlns:a16="http://schemas.microsoft.com/office/drawing/2014/main" id="{DF21DECC-057F-25E9-A4B0-4B5ED4615C23}"/>
              </a:ext>
            </a:extLst>
          </p:cNvPr>
          <p:cNvSpPr txBox="1"/>
          <p:nvPr/>
        </p:nvSpPr>
        <p:spPr>
          <a:xfrm>
            <a:off x="623392" y="1902488"/>
            <a:ext cx="2448272" cy="833178"/>
          </a:xfrm>
          <a:prstGeom prst="rect">
            <a:avLst/>
          </a:prstGeom>
          <a:noFill/>
        </p:spPr>
        <p:txBody>
          <a:bodyPr vert="horz" wrap="square" lIns="90000" tIns="46800" rIns="90000" bIns="46800" rtlCol="0" anchor="ctr">
            <a:spAutoFit/>
          </a:bodyPr>
          <a:lstStyle/>
          <a:p>
            <a:pPr algn="ctr">
              <a:spcBef>
                <a:spcPct val="0"/>
              </a:spcBef>
            </a:pPr>
            <a:r>
              <a:rPr lang="en-US" sz="4800" b="1" dirty="0">
                <a:solidFill>
                  <a:schemeClr val="bg1"/>
                </a:solidFill>
              </a:rPr>
              <a:t>100%</a:t>
            </a:r>
          </a:p>
        </p:txBody>
      </p:sp>
      <p:sp>
        <p:nvSpPr>
          <p:cNvPr id="20" name="TextBox 19">
            <a:extLst>
              <a:ext uri="{FF2B5EF4-FFF2-40B4-BE49-F238E27FC236}">
                <a16:creationId xmlns:a16="http://schemas.microsoft.com/office/drawing/2014/main" id="{A5DBDE54-2CD1-3DFD-E84D-28B8A6B42779}"/>
              </a:ext>
            </a:extLst>
          </p:cNvPr>
          <p:cNvSpPr txBox="1"/>
          <p:nvPr/>
        </p:nvSpPr>
        <p:spPr>
          <a:xfrm>
            <a:off x="3503712" y="1902488"/>
            <a:ext cx="2448272" cy="833178"/>
          </a:xfrm>
          <a:prstGeom prst="rect">
            <a:avLst/>
          </a:prstGeom>
          <a:noFill/>
        </p:spPr>
        <p:txBody>
          <a:bodyPr vert="horz" wrap="square" lIns="90000" tIns="46800" rIns="90000" bIns="46800" rtlCol="0" anchor="ctr">
            <a:spAutoFit/>
          </a:bodyPr>
          <a:lstStyle/>
          <a:p>
            <a:pPr algn="ctr">
              <a:spcBef>
                <a:spcPct val="0"/>
              </a:spcBef>
            </a:pPr>
            <a:r>
              <a:rPr lang="en-US" sz="4800" b="1" dirty="0">
                <a:solidFill>
                  <a:schemeClr val="bg1"/>
                </a:solidFill>
              </a:rPr>
              <a:t>75%</a:t>
            </a:r>
          </a:p>
        </p:txBody>
      </p:sp>
      <p:sp>
        <p:nvSpPr>
          <p:cNvPr id="21" name="TextBox 20">
            <a:extLst>
              <a:ext uri="{FF2B5EF4-FFF2-40B4-BE49-F238E27FC236}">
                <a16:creationId xmlns:a16="http://schemas.microsoft.com/office/drawing/2014/main" id="{A10F84E1-E396-21AF-98B3-6B741B6798CE}"/>
              </a:ext>
            </a:extLst>
          </p:cNvPr>
          <p:cNvSpPr txBox="1"/>
          <p:nvPr/>
        </p:nvSpPr>
        <p:spPr>
          <a:xfrm>
            <a:off x="6312024" y="1902488"/>
            <a:ext cx="2448272" cy="833178"/>
          </a:xfrm>
          <a:prstGeom prst="rect">
            <a:avLst/>
          </a:prstGeom>
          <a:noFill/>
        </p:spPr>
        <p:txBody>
          <a:bodyPr vert="horz" wrap="square" lIns="90000" tIns="46800" rIns="90000" bIns="46800" rtlCol="0" anchor="ctr">
            <a:spAutoFit/>
          </a:bodyPr>
          <a:lstStyle/>
          <a:p>
            <a:pPr algn="ctr">
              <a:spcBef>
                <a:spcPct val="0"/>
              </a:spcBef>
            </a:pPr>
            <a:r>
              <a:rPr lang="en-US" sz="4800" b="1" dirty="0">
                <a:solidFill>
                  <a:schemeClr val="bg1"/>
                </a:solidFill>
              </a:rPr>
              <a:t>62%</a:t>
            </a:r>
          </a:p>
        </p:txBody>
      </p:sp>
      <p:sp>
        <p:nvSpPr>
          <p:cNvPr id="22" name="TextBox 21">
            <a:extLst>
              <a:ext uri="{FF2B5EF4-FFF2-40B4-BE49-F238E27FC236}">
                <a16:creationId xmlns:a16="http://schemas.microsoft.com/office/drawing/2014/main" id="{48A03A5B-D332-AE50-A752-1230AC478B30}"/>
              </a:ext>
            </a:extLst>
          </p:cNvPr>
          <p:cNvSpPr txBox="1"/>
          <p:nvPr/>
        </p:nvSpPr>
        <p:spPr>
          <a:xfrm>
            <a:off x="9113832" y="1884748"/>
            <a:ext cx="2448272" cy="833178"/>
          </a:xfrm>
          <a:prstGeom prst="rect">
            <a:avLst/>
          </a:prstGeom>
          <a:noFill/>
        </p:spPr>
        <p:txBody>
          <a:bodyPr vert="horz" wrap="square" lIns="90000" tIns="46800" rIns="90000" bIns="46800" rtlCol="0" anchor="ctr">
            <a:spAutoFit/>
          </a:bodyPr>
          <a:lstStyle/>
          <a:p>
            <a:pPr algn="ctr">
              <a:spcBef>
                <a:spcPct val="0"/>
              </a:spcBef>
            </a:pPr>
            <a:r>
              <a:rPr lang="en-US" sz="4800" b="1" dirty="0">
                <a:solidFill>
                  <a:schemeClr val="bg1"/>
                </a:solidFill>
              </a:rPr>
              <a:t>38%</a:t>
            </a:r>
          </a:p>
        </p:txBody>
      </p:sp>
      <p:sp>
        <p:nvSpPr>
          <p:cNvPr id="23" name="TextBox 22">
            <a:extLst>
              <a:ext uri="{FF2B5EF4-FFF2-40B4-BE49-F238E27FC236}">
                <a16:creationId xmlns:a16="http://schemas.microsoft.com/office/drawing/2014/main" id="{63CF7FBE-F448-70CE-B004-CF16FBD2082D}"/>
              </a:ext>
            </a:extLst>
          </p:cNvPr>
          <p:cNvSpPr txBox="1"/>
          <p:nvPr/>
        </p:nvSpPr>
        <p:spPr>
          <a:xfrm>
            <a:off x="515111" y="2739258"/>
            <a:ext cx="2628561" cy="617734"/>
          </a:xfrm>
          <a:prstGeom prst="rect">
            <a:avLst/>
          </a:prstGeom>
          <a:noFill/>
        </p:spPr>
        <p:txBody>
          <a:bodyPr vert="horz" wrap="square" lIns="90000" tIns="46800" rIns="90000" bIns="46800" rtlCol="0" anchor="ctr">
            <a:spAutoFit/>
          </a:bodyPr>
          <a:lstStyle/>
          <a:p>
            <a:pPr algn="ctr">
              <a:spcBef>
                <a:spcPct val="0"/>
              </a:spcBef>
            </a:pPr>
            <a:r>
              <a:rPr lang="en-US" sz="1700" b="1" dirty="0">
                <a:solidFill>
                  <a:schemeClr val="bg1"/>
                </a:solidFill>
              </a:rPr>
              <a:t>Delivery </a:t>
            </a:r>
          </a:p>
          <a:p>
            <a:pPr algn="ctr">
              <a:spcBef>
                <a:spcPct val="0"/>
              </a:spcBef>
            </a:pPr>
            <a:r>
              <a:rPr lang="en-US" sz="1700" b="1" dirty="0">
                <a:solidFill>
                  <a:schemeClr val="bg1"/>
                </a:solidFill>
              </a:rPr>
              <a:t>Readiness Needs</a:t>
            </a:r>
          </a:p>
        </p:txBody>
      </p:sp>
      <p:sp>
        <p:nvSpPr>
          <p:cNvPr id="24" name="TextBox 23">
            <a:extLst>
              <a:ext uri="{FF2B5EF4-FFF2-40B4-BE49-F238E27FC236}">
                <a16:creationId xmlns:a16="http://schemas.microsoft.com/office/drawing/2014/main" id="{C2FA6E42-DE4D-FF40-8DC0-3B760DEE84AD}"/>
              </a:ext>
            </a:extLst>
          </p:cNvPr>
          <p:cNvSpPr txBox="1"/>
          <p:nvPr/>
        </p:nvSpPr>
        <p:spPr>
          <a:xfrm>
            <a:off x="3314252" y="2739258"/>
            <a:ext cx="2628561" cy="617734"/>
          </a:xfrm>
          <a:prstGeom prst="rect">
            <a:avLst/>
          </a:prstGeom>
          <a:noFill/>
        </p:spPr>
        <p:txBody>
          <a:bodyPr vert="horz" wrap="square" lIns="90000" tIns="46800" rIns="90000" bIns="46800" rtlCol="0" anchor="ctr">
            <a:spAutoFit/>
          </a:bodyPr>
          <a:lstStyle/>
          <a:p>
            <a:pPr algn="ctr">
              <a:spcBef>
                <a:spcPct val="0"/>
              </a:spcBef>
            </a:pPr>
            <a:r>
              <a:rPr lang="en-US" sz="1700" b="1" dirty="0">
                <a:solidFill>
                  <a:schemeClr val="bg1"/>
                </a:solidFill>
              </a:rPr>
              <a:t>Domain &amp; Sector Context</a:t>
            </a:r>
          </a:p>
        </p:txBody>
      </p:sp>
      <p:sp>
        <p:nvSpPr>
          <p:cNvPr id="25" name="TextBox 24">
            <a:extLst>
              <a:ext uri="{FF2B5EF4-FFF2-40B4-BE49-F238E27FC236}">
                <a16:creationId xmlns:a16="http://schemas.microsoft.com/office/drawing/2014/main" id="{823F1661-13D4-E738-067A-4D6604748359}"/>
              </a:ext>
            </a:extLst>
          </p:cNvPr>
          <p:cNvSpPr txBox="1"/>
          <p:nvPr/>
        </p:nvSpPr>
        <p:spPr>
          <a:xfrm>
            <a:off x="6182022" y="2704949"/>
            <a:ext cx="2628561" cy="617734"/>
          </a:xfrm>
          <a:prstGeom prst="rect">
            <a:avLst/>
          </a:prstGeom>
          <a:noFill/>
        </p:spPr>
        <p:txBody>
          <a:bodyPr vert="horz" wrap="square" lIns="90000" tIns="46800" rIns="90000" bIns="46800" rtlCol="0" anchor="ctr">
            <a:spAutoFit/>
          </a:bodyPr>
          <a:lstStyle/>
          <a:p>
            <a:pPr algn="ctr">
              <a:spcBef>
                <a:spcPct val="0"/>
              </a:spcBef>
            </a:pPr>
            <a:r>
              <a:rPr lang="en-US" sz="1700" b="1" dirty="0">
                <a:solidFill>
                  <a:schemeClr val="bg1"/>
                </a:solidFill>
              </a:rPr>
              <a:t>Emerging Skills Demand</a:t>
            </a:r>
          </a:p>
        </p:txBody>
      </p:sp>
      <p:sp>
        <p:nvSpPr>
          <p:cNvPr id="26" name="TextBox 25">
            <a:extLst>
              <a:ext uri="{FF2B5EF4-FFF2-40B4-BE49-F238E27FC236}">
                <a16:creationId xmlns:a16="http://schemas.microsoft.com/office/drawing/2014/main" id="{8BB41288-CE84-D0DD-4C18-C289B36A9EB1}"/>
              </a:ext>
            </a:extLst>
          </p:cNvPr>
          <p:cNvSpPr txBox="1"/>
          <p:nvPr/>
        </p:nvSpPr>
        <p:spPr>
          <a:xfrm>
            <a:off x="8997240" y="2717926"/>
            <a:ext cx="2628561" cy="617734"/>
          </a:xfrm>
          <a:prstGeom prst="rect">
            <a:avLst/>
          </a:prstGeom>
          <a:noFill/>
        </p:spPr>
        <p:txBody>
          <a:bodyPr vert="horz" wrap="square" lIns="90000" tIns="46800" rIns="90000" bIns="46800" rtlCol="0" anchor="ctr">
            <a:spAutoFit/>
          </a:bodyPr>
          <a:lstStyle/>
          <a:p>
            <a:pPr algn="ctr">
              <a:spcBef>
                <a:spcPct val="0"/>
              </a:spcBef>
            </a:pPr>
            <a:r>
              <a:rPr lang="en-US" sz="1700" b="1" dirty="0">
                <a:solidFill>
                  <a:schemeClr val="bg1"/>
                </a:solidFill>
              </a:rPr>
              <a:t>Learning </a:t>
            </a:r>
          </a:p>
          <a:p>
            <a:pPr algn="ctr">
              <a:spcBef>
                <a:spcPct val="0"/>
              </a:spcBef>
            </a:pPr>
            <a:r>
              <a:rPr lang="en-US" sz="1700" b="1" dirty="0">
                <a:solidFill>
                  <a:schemeClr val="bg1"/>
                </a:solidFill>
              </a:rPr>
              <a:t>Adoption Risk</a:t>
            </a:r>
          </a:p>
        </p:txBody>
      </p:sp>
      <p:sp>
        <p:nvSpPr>
          <p:cNvPr id="27" name="TextBox 26">
            <a:extLst>
              <a:ext uri="{FF2B5EF4-FFF2-40B4-BE49-F238E27FC236}">
                <a16:creationId xmlns:a16="http://schemas.microsoft.com/office/drawing/2014/main" id="{CFCF3241-1D1B-BAE4-DF73-6101D23CDC05}"/>
              </a:ext>
            </a:extLst>
          </p:cNvPr>
          <p:cNvSpPr txBox="1"/>
          <p:nvPr/>
        </p:nvSpPr>
        <p:spPr>
          <a:xfrm>
            <a:off x="640796" y="3408235"/>
            <a:ext cx="2398077" cy="740845"/>
          </a:xfrm>
          <a:prstGeom prst="rect">
            <a:avLst/>
          </a:prstGeom>
          <a:noFill/>
        </p:spPr>
        <p:txBody>
          <a:bodyPr vert="horz" wrap="square" lIns="90000" tIns="46800" rIns="90000" bIns="46800" rtlCol="0" anchor="ctr">
            <a:spAutoFit/>
          </a:bodyPr>
          <a:lstStyle/>
          <a:p>
            <a:pPr algn="ctr">
              <a:spcBef>
                <a:spcPct val="0"/>
              </a:spcBef>
            </a:pPr>
            <a:r>
              <a:rPr lang="en-US" sz="1400" i="1" dirty="0">
                <a:solidFill>
                  <a:schemeClr val="bg1"/>
                </a:solidFill>
              </a:rPr>
              <a:t>Client-facing confidence and delivery execution are recurring pain points</a:t>
            </a:r>
          </a:p>
        </p:txBody>
      </p:sp>
      <p:sp>
        <p:nvSpPr>
          <p:cNvPr id="32" name="Rectangle: Diagonal Corners Rounded 31">
            <a:extLst>
              <a:ext uri="{FF2B5EF4-FFF2-40B4-BE49-F238E27FC236}">
                <a16:creationId xmlns:a16="http://schemas.microsoft.com/office/drawing/2014/main" id="{03B856A9-09F9-DE3B-2982-0C3089C36AB4}"/>
              </a:ext>
            </a:extLst>
          </p:cNvPr>
          <p:cNvSpPr/>
          <p:nvPr/>
        </p:nvSpPr>
        <p:spPr>
          <a:xfrm>
            <a:off x="767408" y="4293096"/>
            <a:ext cx="2160240" cy="1008112"/>
          </a:xfrm>
          <a:prstGeom prst="round2Diag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31" name="Graphic 30" descr="Lightbulb with solid fill">
            <a:extLst>
              <a:ext uri="{FF2B5EF4-FFF2-40B4-BE49-F238E27FC236}">
                <a16:creationId xmlns:a16="http://schemas.microsoft.com/office/drawing/2014/main" id="{9EA66912-1285-B8D7-617D-36330CE4B5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03512" y="4324132"/>
            <a:ext cx="316701" cy="316701"/>
          </a:xfrm>
          <a:prstGeom prst="rect">
            <a:avLst/>
          </a:prstGeom>
        </p:spPr>
      </p:pic>
      <p:sp>
        <p:nvSpPr>
          <p:cNvPr id="33" name="TextBox 32">
            <a:extLst>
              <a:ext uri="{FF2B5EF4-FFF2-40B4-BE49-F238E27FC236}">
                <a16:creationId xmlns:a16="http://schemas.microsoft.com/office/drawing/2014/main" id="{E63CE5A4-E76B-BCA9-D3FF-B36CC333D434}"/>
              </a:ext>
            </a:extLst>
          </p:cNvPr>
          <p:cNvSpPr txBox="1"/>
          <p:nvPr/>
        </p:nvSpPr>
        <p:spPr>
          <a:xfrm>
            <a:off x="767409" y="4737775"/>
            <a:ext cx="2160240" cy="433068"/>
          </a:xfrm>
          <a:prstGeom prst="rect">
            <a:avLst/>
          </a:prstGeom>
          <a:noFill/>
        </p:spPr>
        <p:txBody>
          <a:bodyPr vert="horz" wrap="square" lIns="90000" tIns="46800" rIns="90000" bIns="46800" rtlCol="0" anchor="ctr">
            <a:spAutoFit/>
          </a:bodyPr>
          <a:lstStyle/>
          <a:p>
            <a:pPr algn="ctr">
              <a:spcBef>
                <a:spcPct val="0"/>
              </a:spcBef>
            </a:pPr>
            <a:r>
              <a:rPr lang="en-US" sz="1100" i="1" dirty="0">
                <a:solidFill>
                  <a:schemeClr val="accent1"/>
                </a:solidFill>
              </a:rPr>
              <a:t>Manager View of Skills and Readiness/Risk intelligence</a:t>
            </a:r>
          </a:p>
        </p:txBody>
      </p:sp>
      <p:sp>
        <p:nvSpPr>
          <p:cNvPr id="36" name="TextBox 35">
            <a:extLst>
              <a:ext uri="{FF2B5EF4-FFF2-40B4-BE49-F238E27FC236}">
                <a16:creationId xmlns:a16="http://schemas.microsoft.com/office/drawing/2014/main" id="{9ADE97B0-3958-EE55-F5D1-BEA916BB0518}"/>
              </a:ext>
            </a:extLst>
          </p:cNvPr>
          <p:cNvSpPr txBox="1"/>
          <p:nvPr/>
        </p:nvSpPr>
        <p:spPr>
          <a:xfrm>
            <a:off x="3456801" y="3429000"/>
            <a:ext cx="2398077" cy="740845"/>
          </a:xfrm>
          <a:prstGeom prst="rect">
            <a:avLst/>
          </a:prstGeom>
          <a:noFill/>
        </p:spPr>
        <p:txBody>
          <a:bodyPr vert="horz" wrap="square" lIns="90000" tIns="46800" rIns="90000" bIns="46800" rtlCol="0" anchor="ctr">
            <a:spAutoFit/>
          </a:bodyPr>
          <a:lstStyle/>
          <a:p>
            <a:pPr algn="ctr">
              <a:spcBef>
                <a:spcPct val="0"/>
              </a:spcBef>
            </a:pPr>
            <a:r>
              <a:rPr lang="en-US" sz="1400" i="1" dirty="0">
                <a:solidFill>
                  <a:schemeClr val="bg1"/>
                </a:solidFill>
              </a:rPr>
              <a:t>Domain/industry understanding drives client trust in delivery</a:t>
            </a:r>
          </a:p>
        </p:txBody>
      </p:sp>
      <p:sp>
        <p:nvSpPr>
          <p:cNvPr id="37" name="TextBox 36">
            <a:extLst>
              <a:ext uri="{FF2B5EF4-FFF2-40B4-BE49-F238E27FC236}">
                <a16:creationId xmlns:a16="http://schemas.microsoft.com/office/drawing/2014/main" id="{EFB55DFC-9023-0F55-0550-C9E767147292}"/>
              </a:ext>
            </a:extLst>
          </p:cNvPr>
          <p:cNvSpPr txBox="1"/>
          <p:nvPr/>
        </p:nvSpPr>
        <p:spPr>
          <a:xfrm>
            <a:off x="6265114" y="3408234"/>
            <a:ext cx="2398077" cy="740845"/>
          </a:xfrm>
          <a:prstGeom prst="rect">
            <a:avLst/>
          </a:prstGeom>
          <a:noFill/>
        </p:spPr>
        <p:txBody>
          <a:bodyPr vert="horz" wrap="square" lIns="90000" tIns="46800" rIns="90000" bIns="46800" rtlCol="0" anchor="ctr">
            <a:spAutoFit/>
          </a:bodyPr>
          <a:lstStyle/>
          <a:p>
            <a:pPr algn="ctr">
              <a:spcBef>
                <a:spcPct val="0"/>
              </a:spcBef>
            </a:pPr>
            <a:r>
              <a:rPr lang="en-US" sz="1400" i="1" dirty="0">
                <a:solidFill>
                  <a:schemeClr val="bg1"/>
                </a:solidFill>
              </a:rPr>
              <a:t>GenAI &amp; Cloud/Platform skills cited as rising expectations </a:t>
            </a:r>
          </a:p>
        </p:txBody>
      </p:sp>
      <p:sp>
        <p:nvSpPr>
          <p:cNvPr id="38" name="TextBox 37">
            <a:extLst>
              <a:ext uri="{FF2B5EF4-FFF2-40B4-BE49-F238E27FC236}">
                <a16:creationId xmlns:a16="http://schemas.microsoft.com/office/drawing/2014/main" id="{7ADE3181-9003-78AD-D645-62850161B9A1}"/>
              </a:ext>
            </a:extLst>
          </p:cNvPr>
          <p:cNvSpPr txBox="1"/>
          <p:nvPr/>
        </p:nvSpPr>
        <p:spPr>
          <a:xfrm>
            <a:off x="9073425" y="3321279"/>
            <a:ext cx="2398077" cy="956288"/>
          </a:xfrm>
          <a:prstGeom prst="rect">
            <a:avLst/>
          </a:prstGeom>
          <a:noFill/>
        </p:spPr>
        <p:txBody>
          <a:bodyPr vert="horz" wrap="square" lIns="90000" tIns="46800" rIns="90000" bIns="46800" rtlCol="0" anchor="ctr">
            <a:spAutoFit/>
          </a:bodyPr>
          <a:lstStyle/>
          <a:p>
            <a:pPr algn="ctr">
              <a:spcBef>
                <a:spcPct val="0"/>
              </a:spcBef>
            </a:pPr>
            <a:r>
              <a:rPr lang="en-US" sz="1400" i="1" dirty="0">
                <a:solidFill>
                  <a:schemeClr val="bg1"/>
                </a:solidFill>
              </a:rPr>
              <a:t>Stagnation and inability to keep pace surfaced as a lower-frequency but real risk </a:t>
            </a:r>
          </a:p>
        </p:txBody>
      </p:sp>
      <p:sp>
        <p:nvSpPr>
          <p:cNvPr id="39" name="Rectangle: Diagonal Corners Rounded 38">
            <a:extLst>
              <a:ext uri="{FF2B5EF4-FFF2-40B4-BE49-F238E27FC236}">
                <a16:creationId xmlns:a16="http://schemas.microsoft.com/office/drawing/2014/main" id="{56126AB4-0C17-6978-41FE-39BA0C06A567}"/>
              </a:ext>
            </a:extLst>
          </p:cNvPr>
          <p:cNvSpPr/>
          <p:nvPr/>
        </p:nvSpPr>
        <p:spPr>
          <a:xfrm>
            <a:off x="3575720" y="4293096"/>
            <a:ext cx="2160240" cy="1008112"/>
          </a:xfrm>
          <a:prstGeom prst="round2Diag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40" name="Graphic 39" descr="Lightbulb with solid fill">
            <a:extLst>
              <a:ext uri="{FF2B5EF4-FFF2-40B4-BE49-F238E27FC236}">
                <a16:creationId xmlns:a16="http://schemas.microsoft.com/office/drawing/2014/main" id="{EB2D186C-A79D-F10E-DD93-E4E243924F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11824" y="4324132"/>
            <a:ext cx="316701" cy="316701"/>
          </a:xfrm>
          <a:prstGeom prst="rect">
            <a:avLst/>
          </a:prstGeom>
        </p:spPr>
      </p:pic>
      <p:sp>
        <p:nvSpPr>
          <p:cNvPr id="41" name="TextBox 40">
            <a:extLst>
              <a:ext uri="{FF2B5EF4-FFF2-40B4-BE49-F238E27FC236}">
                <a16:creationId xmlns:a16="http://schemas.microsoft.com/office/drawing/2014/main" id="{33386FA1-B875-717E-3641-618AD5E09929}"/>
              </a:ext>
            </a:extLst>
          </p:cNvPr>
          <p:cNvSpPr txBox="1"/>
          <p:nvPr/>
        </p:nvSpPr>
        <p:spPr>
          <a:xfrm>
            <a:off x="3575721" y="4653137"/>
            <a:ext cx="2160240" cy="602345"/>
          </a:xfrm>
          <a:prstGeom prst="rect">
            <a:avLst/>
          </a:prstGeom>
          <a:noFill/>
        </p:spPr>
        <p:txBody>
          <a:bodyPr vert="horz" wrap="square" lIns="90000" tIns="46800" rIns="90000" bIns="46800" rtlCol="0" anchor="ctr">
            <a:spAutoFit/>
          </a:bodyPr>
          <a:lstStyle/>
          <a:p>
            <a:pPr algn="ctr">
              <a:spcBef>
                <a:spcPct val="0"/>
              </a:spcBef>
            </a:pPr>
            <a:r>
              <a:rPr lang="en-US" sz="1100" i="1" dirty="0">
                <a:solidFill>
                  <a:schemeClr val="accent1"/>
                </a:solidFill>
              </a:rPr>
              <a:t>Role &amp; Sector-Aligned Readiness Visibility for Employees &amp; Managers</a:t>
            </a:r>
          </a:p>
        </p:txBody>
      </p:sp>
      <p:sp>
        <p:nvSpPr>
          <p:cNvPr id="42" name="Rectangle: Diagonal Corners Rounded 41">
            <a:extLst>
              <a:ext uri="{FF2B5EF4-FFF2-40B4-BE49-F238E27FC236}">
                <a16:creationId xmlns:a16="http://schemas.microsoft.com/office/drawing/2014/main" id="{7886B5CD-3A39-B349-525C-4195DD7641B4}"/>
              </a:ext>
            </a:extLst>
          </p:cNvPr>
          <p:cNvSpPr/>
          <p:nvPr/>
        </p:nvSpPr>
        <p:spPr>
          <a:xfrm>
            <a:off x="6384032" y="4275941"/>
            <a:ext cx="2160240" cy="1008112"/>
          </a:xfrm>
          <a:prstGeom prst="round2Diag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43" name="Graphic 42" descr="Lightbulb with solid fill">
            <a:extLst>
              <a:ext uri="{FF2B5EF4-FFF2-40B4-BE49-F238E27FC236}">
                <a16:creationId xmlns:a16="http://schemas.microsoft.com/office/drawing/2014/main" id="{C2B6D560-D3D1-DFE9-D9BE-DE11DF879F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20136" y="4306977"/>
            <a:ext cx="316701" cy="316701"/>
          </a:xfrm>
          <a:prstGeom prst="rect">
            <a:avLst/>
          </a:prstGeom>
        </p:spPr>
      </p:pic>
      <p:sp>
        <p:nvSpPr>
          <p:cNvPr id="44" name="TextBox 43">
            <a:extLst>
              <a:ext uri="{FF2B5EF4-FFF2-40B4-BE49-F238E27FC236}">
                <a16:creationId xmlns:a16="http://schemas.microsoft.com/office/drawing/2014/main" id="{6DE341C8-9EB7-4508-0987-DD4A09BD1DC2}"/>
              </a:ext>
            </a:extLst>
          </p:cNvPr>
          <p:cNvSpPr txBox="1"/>
          <p:nvPr/>
        </p:nvSpPr>
        <p:spPr>
          <a:xfrm>
            <a:off x="6384033" y="4635982"/>
            <a:ext cx="2160240" cy="602345"/>
          </a:xfrm>
          <a:prstGeom prst="rect">
            <a:avLst/>
          </a:prstGeom>
          <a:noFill/>
        </p:spPr>
        <p:txBody>
          <a:bodyPr vert="horz" wrap="square" lIns="90000" tIns="46800" rIns="90000" bIns="46800" rtlCol="0" anchor="ctr">
            <a:spAutoFit/>
          </a:bodyPr>
          <a:lstStyle/>
          <a:p>
            <a:pPr algn="ctr">
              <a:spcBef>
                <a:spcPct val="0"/>
              </a:spcBef>
            </a:pPr>
            <a:r>
              <a:rPr lang="en-US" sz="1100" i="1" dirty="0">
                <a:solidFill>
                  <a:schemeClr val="accent1"/>
                </a:solidFill>
              </a:rPr>
              <a:t>Targeted Learning Journeys  &amp; Certification Readiness for Employees</a:t>
            </a:r>
          </a:p>
        </p:txBody>
      </p:sp>
      <p:sp>
        <p:nvSpPr>
          <p:cNvPr id="45" name="Rectangle: Diagonal Corners Rounded 44">
            <a:extLst>
              <a:ext uri="{FF2B5EF4-FFF2-40B4-BE49-F238E27FC236}">
                <a16:creationId xmlns:a16="http://schemas.microsoft.com/office/drawing/2014/main" id="{06C27A56-9FC9-4E43-5B18-EB3E435F1E02}"/>
              </a:ext>
            </a:extLst>
          </p:cNvPr>
          <p:cNvSpPr/>
          <p:nvPr/>
        </p:nvSpPr>
        <p:spPr>
          <a:xfrm>
            <a:off x="9264351" y="4293096"/>
            <a:ext cx="2160240" cy="1008112"/>
          </a:xfrm>
          <a:prstGeom prst="round2DiagRect">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46" name="Graphic 45" descr="Lightbulb with solid fill">
            <a:extLst>
              <a:ext uri="{FF2B5EF4-FFF2-40B4-BE49-F238E27FC236}">
                <a16:creationId xmlns:a16="http://schemas.microsoft.com/office/drawing/2014/main" id="{327F334D-3F91-3A3B-46FC-CDE5AC08FB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00455" y="4324132"/>
            <a:ext cx="316701" cy="316701"/>
          </a:xfrm>
          <a:prstGeom prst="rect">
            <a:avLst/>
          </a:prstGeom>
        </p:spPr>
      </p:pic>
      <p:sp>
        <p:nvSpPr>
          <p:cNvPr id="47" name="TextBox 46">
            <a:extLst>
              <a:ext uri="{FF2B5EF4-FFF2-40B4-BE49-F238E27FC236}">
                <a16:creationId xmlns:a16="http://schemas.microsoft.com/office/drawing/2014/main" id="{2316EA36-5220-B87A-A5E0-EEF6C8EFAA7F}"/>
              </a:ext>
            </a:extLst>
          </p:cNvPr>
          <p:cNvSpPr txBox="1"/>
          <p:nvPr/>
        </p:nvSpPr>
        <p:spPr>
          <a:xfrm>
            <a:off x="9264352" y="4737775"/>
            <a:ext cx="2160240" cy="433068"/>
          </a:xfrm>
          <a:prstGeom prst="rect">
            <a:avLst/>
          </a:prstGeom>
          <a:noFill/>
        </p:spPr>
        <p:txBody>
          <a:bodyPr vert="horz" wrap="square" lIns="90000" tIns="46800" rIns="90000" bIns="46800" rtlCol="0" anchor="ctr">
            <a:spAutoFit/>
          </a:bodyPr>
          <a:lstStyle/>
          <a:p>
            <a:pPr algn="ctr">
              <a:spcBef>
                <a:spcPct val="0"/>
              </a:spcBef>
            </a:pPr>
            <a:r>
              <a:rPr lang="en-US" sz="1100" i="1" dirty="0">
                <a:solidFill>
                  <a:schemeClr val="accent1"/>
                </a:solidFill>
              </a:rPr>
              <a:t>Frequent Check Ins and Quick Quizzes</a:t>
            </a:r>
          </a:p>
        </p:txBody>
      </p:sp>
      <p:sp>
        <p:nvSpPr>
          <p:cNvPr id="6" name="Text Placeholder 4">
            <a:extLst>
              <a:ext uri="{FF2B5EF4-FFF2-40B4-BE49-F238E27FC236}">
                <a16:creationId xmlns:a16="http://schemas.microsoft.com/office/drawing/2014/main" id="{2A408CFD-BB8B-56CD-C8DE-F4D46CA8E76E}"/>
              </a:ext>
            </a:extLst>
          </p:cNvPr>
          <p:cNvSpPr txBox="1">
            <a:spLocks/>
          </p:cNvSpPr>
          <p:nvPr/>
        </p:nvSpPr>
        <p:spPr>
          <a:xfrm>
            <a:off x="363429" y="942841"/>
            <a:ext cx="11090938" cy="246221"/>
          </a:xfrm>
          <a:prstGeom prst="rect">
            <a:avLst/>
          </a:prstGeom>
        </p:spPr>
        <p:txBody>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i="1" dirty="0">
                <a:solidFill>
                  <a:schemeClr val="accent2"/>
                </a:solidFill>
              </a:rPr>
              <a:t>Anonymous insights derived from the current People Analytics skill inventory and stakeholder inputs</a:t>
            </a:r>
          </a:p>
        </p:txBody>
      </p:sp>
    </p:spTree>
    <p:extLst>
      <p:ext uri="{BB962C8B-B14F-4D97-AF65-F5344CB8AC3E}">
        <p14:creationId xmlns:p14="http://schemas.microsoft.com/office/powerpoint/2010/main" val="354498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51F0F-7C58-364D-3117-E24457D60B44}"/>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C7F14826-0E96-3647-EE9A-D7CFF521FF44}"/>
              </a:ext>
            </a:extLst>
          </p:cNvPr>
          <p:cNvSpPr>
            <a:spLocks noGrp="1"/>
          </p:cNvSpPr>
          <p:nvPr>
            <p:ph type="body" sz="quarter" idx="19"/>
          </p:nvPr>
        </p:nvSpPr>
        <p:spPr/>
        <p:txBody>
          <a:bodyPr/>
          <a:lstStyle/>
          <a:p>
            <a:r>
              <a:rPr lang="en-US" dirty="0"/>
              <a:t>02</a:t>
            </a:r>
          </a:p>
        </p:txBody>
      </p:sp>
      <p:sp>
        <p:nvSpPr>
          <p:cNvPr id="12" name="Date Placeholder 11">
            <a:extLst>
              <a:ext uri="{FF2B5EF4-FFF2-40B4-BE49-F238E27FC236}">
                <a16:creationId xmlns:a16="http://schemas.microsoft.com/office/drawing/2014/main" id="{A254AE5A-1C13-AF86-63DF-6C8F0F8D5513}"/>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856E123F-954B-D6C2-6C1A-6DFE0F4278B8}"/>
              </a:ext>
            </a:extLst>
          </p:cNvPr>
          <p:cNvSpPr>
            <a:spLocks noGrp="1"/>
          </p:cNvSpPr>
          <p:nvPr>
            <p:ph type="ftr" sz="quarter" idx="21"/>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3F00D4BE-03D2-4935-B215-2C62E9F87430}"/>
              </a:ext>
            </a:extLst>
          </p:cNvPr>
          <p:cNvSpPr>
            <a:spLocks noGrp="1"/>
          </p:cNvSpPr>
          <p:nvPr>
            <p:ph type="sldNum" sz="quarter" idx="22"/>
          </p:nvPr>
        </p:nvSpPr>
        <p:spPr/>
        <p:txBody>
          <a:bodyPr/>
          <a:lstStyle/>
          <a:p>
            <a:pPr algn="r"/>
            <a:fld id="{5D9A5160-6218-4E5A-B9E6-B93E3DAE377C}" type="slidenum">
              <a:rPr lang="en-US" smtClean="0"/>
              <a:pPr algn="r"/>
              <a:t>7</a:t>
            </a:fld>
            <a:endParaRPr lang="en-US" dirty="0"/>
          </a:p>
        </p:txBody>
      </p:sp>
      <p:sp>
        <p:nvSpPr>
          <p:cNvPr id="17" name="Title 16">
            <a:extLst>
              <a:ext uri="{FF2B5EF4-FFF2-40B4-BE49-F238E27FC236}">
                <a16:creationId xmlns:a16="http://schemas.microsoft.com/office/drawing/2014/main" id="{B58A4FCE-8C4F-89B9-5F47-49F64C2B95D7}"/>
              </a:ext>
            </a:extLst>
          </p:cNvPr>
          <p:cNvSpPr>
            <a:spLocks noGrp="1"/>
          </p:cNvSpPr>
          <p:nvPr>
            <p:ph type="title"/>
          </p:nvPr>
        </p:nvSpPr>
        <p:spPr/>
        <p:txBody>
          <a:bodyPr/>
          <a:lstStyle/>
          <a:p>
            <a:r>
              <a:rPr lang="en-US" dirty="0"/>
              <a:t>AI Agent Development &amp; Intelligence Layer</a:t>
            </a:r>
          </a:p>
        </p:txBody>
      </p:sp>
    </p:spTree>
    <p:extLst>
      <p:ext uri="{BB962C8B-B14F-4D97-AF65-F5344CB8AC3E}">
        <p14:creationId xmlns:p14="http://schemas.microsoft.com/office/powerpoint/2010/main" val="40010349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41D759-B86C-0CFF-6767-64E593325D78}"/>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FFBDB7D-EED1-9C5F-5F8B-D9630DDBC911}"/>
              </a:ext>
            </a:extLst>
          </p:cNvPr>
          <p:cNvSpPr>
            <a:spLocks noGrp="1"/>
          </p:cNvSpPr>
          <p:nvPr>
            <p:ph type="ftr" sz="quarter" idx="11"/>
          </p:nvPr>
        </p:nvSpPr>
        <p:spPr/>
        <p:txBody>
          <a:bodyPr/>
          <a:lstStyle/>
          <a:p>
            <a:pPr>
              <a:spcBef>
                <a:spcPts val="1000"/>
              </a:spcBef>
              <a:buFont typeface="Arial" panose="020B0604020202020204" pitchFamily="34" charset="0"/>
              <a:buNone/>
            </a:pPr>
            <a:r>
              <a:rPr lang="en-US" dirty="0"/>
              <a:t>Presentation Title | Author | Date</a:t>
            </a:r>
          </a:p>
        </p:txBody>
      </p:sp>
      <p:sp>
        <p:nvSpPr>
          <p:cNvPr id="4" name="Slide Number Placeholder 3">
            <a:extLst>
              <a:ext uri="{FF2B5EF4-FFF2-40B4-BE49-F238E27FC236}">
                <a16:creationId xmlns:a16="http://schemas.microsoft.com/office/drawing/2014/main" id="{683EA085-F162-4E1E-C93A-10B03DC7656F}"/>
              </a:ext>
            </a:extLst>
          </p:cNvPr>
          <p:cNvSpPr>
            <a:spLocks noGrp="1"/>
          </p:cNvSpPr>
          <p:nvPr>
            <p:ph type="sldNum" sz="quarter" idx="12"/>
          </p:nvPr>
        </p:nvSpPr>
        <p:spPr/>
        <p:txBody>
          <a:bodyPr/>
          <a:lstStyle/>
          <a:p>
            <a:pPr algn="r"/>
            <a:fld id="{5D9A5160-6218-4E5A-B9E6-B93E3DAE377C}" type="slidenum">
              <a:rPr lang="en-US" smtClean="0"/>
              <a:pPr algn="r"/>
              <a:t>8</a:t>
            </a:fld>
            <a:endParaRPr lang="en-US"/>
          </a:p>
        </p:txBody>
      </p:sp>
      <p:cxnSp>
        <p:nvCxnSpPr>
          <p:cNvPr id="5" name="Straight Connector 4">
            <a:extLst>
              <a:ext uri="{FF2B5EF4-FFF2-40B4-BE49-F238E27FC236}">
                <a16:creationId xmlns:a16="http://schemas.microsoft.com/office/drawing/2014/main" id="{2FEE9124-FFA8-39E0-28A9-72F133286401}"/>
              </a:ext>
            </a:extLst>
          </p:cNvPr>
          <p:cNvCxnSpPr>
            <a:cxnSpLocks/>
          </p:cNvCxnSpPr>
          <p:nvPr/>
        </p:nvCxnSpPr>
        <p:spPr>
          <a:xfrm flipV="1">
            <a:off x="0" y="4200240"/>
            <a:ext cx="12192000" cy="92856"/>
          </a:xfrm>
          <a:prstGeom prst="line">
            <a:avLst/>
          </a:prstGeom>
          <a:ln w="28575"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2F1CFDB-442A-8DCE-C95A-D5558F496C23}"/>
              </a:ext>
            </a:extLst>
          </p:cNvPr>
          <p:cNvCxnSpPr>
            <a:stCxn id="21" idx="0"/>
            <a:endCxn id="13" idx="2"/>
          </p:cNvCxnSpPr>
          <p:nvPr/>
        </p:nvCxnSpPr>
        <p:spPr>
          <a:xfrm flipV="1">
            <a:off x="2050152" y="3466930"/>
            <a:ext cx="0" cy="1593053"/>
          </a:xfrm>
          <a:prstGeom prst="line">
            <a:avLst/>
          </a:prstGeom>
          <a:noFill/>
          <a:ln w="19050">
            <a:solidFill>
              <a:schemeClr val="accent1"/>
            </a:solidFill>
            <a:prstDash val="solid"/>
          </a:ln>
        </p:spPr>
      </p:cxnSp>
      <p:cxnSp>
        <p:nvCxnSpPr>
          <p:cNvPr id="7" name="Straight Connector 6">
            <a:extLst>
              <a:ext uri="{FF2B5EF4-FFF2-40B4-BE49-F238E27FC236}">
                <a16:creationId xmlns:a16="http://schemas.microsoft.com/office/drawing/2014/main" id="{753020D7-998B-1BAB-A9A4-5331F5EC616B}"/>
              </a:ext>
            </a:extLst>
          </p:cNvPr>
          <p:cNvCxnSpPr>
            <a:cxnSpLocks/>
            <a:stCxn id="32" idx="0"/>
            <a:endCxn id="24" idx="2"/>
          </p:cNvCxnSpPr>
          <p:nvPr/>
        </p:nvCxnSpPr>
        <p:spPr>
          <a:xfrm flipV="1">
            <a:off x="4073077" y="3466930"/>
            <a:ext cx="0" cy="1593053"/>
          </a:xfrm>
          <a:prstGeom prst="line">
            <a:avLst/>
          </a:prstGeom>
          <a:noFill/>
          <a:ln w="19050">
            <a:solidFill>
              <a:schemeClr val="accent2"/>
            </a:solidFill>
            <a:prstDash val="solid"/>
          </a:ln>
        </p:spPr>
      </p:cxnSp>
      <p:cxnSp>
        <p:nvCxnSpPr>
          <p:cNvPr id="8" name="Straight Connector 7">
            <a:extLst>
              <a:ext uri="{FF2B5EF4-FFF2-40B4-BE49-F238E27FC236}">
                <a16:creationId xmlns:a16="http://schemas.microsoft.com/office/drawing/2014/main" id="{FFB4B1BC-4BD3-012B-9000-633F3BC8D381}"/>
              </a:ext>
            </a:extLst>
          </p:cNvPr>
          <p:cNvCxnSpPr>
            <a:stCxn id="42" idx="0"/>
            <a:endCxn id="35" idx="2"/>
          </p:cNvCxnSpPr>
          <p:nvPr/>
        </p:nvCxnSpPr>
        <p:spPr>
          <a:xfrm flipV="1">
            <a:off x="6096001" y="3466930"/>
            <a:ext cx="0" cy="1593053"/>
          </a:xfrm>
          <a:prstGeom prst="line">
            <a:avLst/>
          </a:prstGeom>
          <a:noFill/>
          <a:ln w="19050">
            <a:solidFill>
              <a:schemeClr val="accent4"/>
            </a:solidFill>
            <a:prstDash val="solid"/>
          </a:ln>
        </p:spPr>
      </p:cxnSp>
      <p:cxnSp>
        <p:nvCxnSpPr>
          <p:cNvPr id="9" name="Straight Connector 8">
            <a:extLst>
              <a:ext uri="{FF2B5EF4-FFF2-40B4-BE49-F238E27FC236}">
                <a16:creationId xmlns:a16="http://schemas.microsoft.com/office/drawing/2014/main" id="{AF8E1F36-2C02-47FF-1A1A-95381AA25C1A}"/>
              </a:ext>
            </a:extLst>
          </p:cNvPr>
          <p:cNvCxnSpPr>
            <a:stCxn id="54" idx="0"/>
            <a:endCxn id="46" idx="2"/>
          </p:cNvCxnSpPr>
          <p:nvPr/>
        </p:nvCxnSpPr>
        <p:spPr>
          <a:xfrm flipV="1">
            <a:off x="8118925" y="3466930"/>
            <a:ext cx="0" cy="1593053"/>
          </a:xfrm>
          <a:prstGeom prst="line">
            <a:avLst/>
          </a:prstGeom>
          <a:noFill/>
          <a:ln w="19050">
            <a:solidFill>
              <a:schemeClr val="accent1"/>
            </a:solidFill>
            <a:prstDash val="solid"/>
          </a:ln>
        </p:spPr>
      </p:cxnSp>
      <p:cxnSp>
        <p:nvCxnSpPr>
          <p:cNvPr id="10" name="Straight Connector 9">
            <a:extLst>
              <a:ext uri="{FF2B5EF4-FFF2-40B4-BE49-F238E27FC236}">
                <a16:creationId xmlns:a16="http://schemas.microsoft.com/office/drawing/2014/main" id="{CC44DB75-72F2-716C-1B75-2831146A87F9}"/>
              </a:ext>
            </a:extLst>
          </p:cNvPr>
          <p:cNvCxnSpPr>
            <a:stCxn id="64" idx="0"/>
            <a:endCxn id="57" idx="2"/>
          </p:cNvCxnSpPr>
          <p:nvPr/>
        </p:nvCxnSpPr>
        <p:spPr>
          <a:xfrm flipV="1">
            <a:off x="10141849" y="3466930"/>
            <a:ext cx="0" cy="1593053"/>
          </a:xfrm>
          <a:prstGeom prst="line">
            <a:avLst/>
          </a:prstGeom>
          <a:noFill/>
          <a:ln w="19050">
            <a:solidFill>
              <a:schemeClr val="accent2">
                <a:lumMod val="20000"/>
                <a:lumOff val="80000"/>
              </a:schemeClr>
            </a:solidFill>
            <a:prstDash val="solid"/>
          </a:ln>
        </p:spPr>
      </p:cxnSp>
      <p:sp>
        <p:nvSpPr>
          <p:cNvPr id="11" name="Shape 3">
            <a:extLst>
              <a:ext uri="{FF2B5EF4-FFF2-40B4-BE49-F238E27FC236}">
                <a16:creationId xmlns:a16="http://schemas.microsoft.com/office/drawing/2014/main" id="{2E722622-549B-19C0-272B-EAF00EFEDDF3}"/>
              </a:ext>
            </a:extLst>
          </p:cNvPr>
          <p:cNvSpPr/>
          <p:nvPr/>
        </p:nvSpPr>
        <p:spPr>
          <a:xfrm>
            <a:off x="1670853" y="3820942"/>
            <a:ext cx="758597" cy="758597"/>
          </a:xfrm>
          <a:prstGeom prst="ellipse">
            <a:avLst/>
          </a:prstGeom>
          <a:solidFill>
            <a:schemeClr val="accent1"/>
          </a:solidFill>
          <a:ln w="31750">
            <a:solidFill>
              <a:srgbClr val="FFFFFF"/>
            </a:solidFill>
            <a:prstDash val="solid"/>
          </a:ln>
          <a:effectLst>
            <a:outerShdw blurRad="101600" dist="38100" dir="8100000" algn="bl" rotWithShape="0">
              <a:srgbClr val="000000">
                <a:alpha val="10000"/>
              </a:srgbClr>
            </a:outerShdw>
          </a:effectLst>
        </p:spPr>
        <p:txBody>
          <a:bodyPr/>
          <a:lstStyle/>
          <a:p>
            <a:endParaRPr lang="en-US" sz="3600" dirty="0">
              <a:effectLst>
                <a:outerShdw blurRad="38100" dist="38100" dir="2700000" algn="tl">
                  <a:srgbClr val="000000">
                    <a:alpha val="43137"/>
                  </a:srgbClr>
                </a:outerShdw>
              </a:effectLst>
            </a:endParaRPr>
          </a:p>
        </p:txBody>
      </p:sp>
      <p:sp>
        <p:nvSpPr>
          <p:cNvPr id="12" name="Text 4">
            <a:extLst>
              <a:ext uri="{FF2B5EF4-FFF2-40B4-BE49-F238E27FC236}">
                <a16:creationId xmlns:a16="http://schemas.microsoft.com/office/drawing/2014/main" id="{4BDCEA84-4BB4-CE00-C6B1-F20D3DF19B4B}"/>
              </a:ext>
            </a:extLst>
          </p:cNvPr>
          <p:cNvSpPr/>
          <p:nvPr/>
        </p:nvSpPr>
        <p:spPr>
          <a:xfrm>
            <a:off x="1670853" y="3820942"/>
            <a:ext cx="758597" cy="75859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400" dirty="0">
              <a:effectLst>
                <a:outerShdw blurRad="38100" dist="38100" dir="2700000" algn="tl">
                  <a:srgbClr val="000000">
                    <a:alpha val="43137"/>
                  </a:srgbClr>
                </a:outerShdw>
              </a:effectLst>
            </a:endParaRPr>
          </a:p>
        </p:txBody>
      </p:sp>
      <p:sp>
        <p:nvSpPr>
          <p:cNvPr id="13" name="Shape 6">
            <a:extLst>
              <a:ext uri="{FF2B5EF4-FFF2-40B4-BE49-F238E27FC236}">
                <a16:creationId xmlns:a16="http://schemas.microsoft.com/office/drawing/2014/main" id="{1ABF9EAA-1A3C-52D8-C262-4BAF93B74A78}"/>
              </a:ext>
            </a:extLst>
          </p:cNvPr>
          <p:cNvSpPr/>
          <p:nvPr/>
        </p:nvSpPr>
        <p:spPr>
          <a:xfrm>
            <a:off x="1133514" y="1418719"/>
            <a:ext cx="1833275" cy="2048211"/>
          </a:xfrm>
          <a:prstGeom prst="rect">
            <a:avLst/>
          </a:prstGeom>
          <a:solidFill>
            <a:srgbClr val="FFFFFF"/>
          </a:solidFill>
          <a:ln w="19050">
            <a:solidFill>
              <a:schemeClr val="accent1"/>
            </a:solidFill>
            <a:prstDash val="solid"/>
          </a:ln>
          <a:effectLst>
            <a:outerShdw blurRad="101600" dist="38100" dir="8100000" algn="bl" rotWithShape="0">
              <a:srgbClr val="000000">
                <a:alpha val="10000"/>
              </a:srgbClr>
            </a:outerShdw>
          </a:effectLst>
        </p:spPr>
        <p:txBody>
          <a:bodyPr/>
          <a:lstStyle/>
          <a:p>
            <a:endParaRPr lang="en-US" sz="4000" dirty="0"/>
          </a:p>
        </p:txBody>
      </p:sp>
      <p:sp>
        <p:nvSpPr>
          <p:cNvPr id="14" name="Shape 7">
            <a:extLst>
              <a:ext uri="{FF2B5EF4-FFF2-40B4-BE49-F238E27FC236}">
                <a16:creationId xmlns:a16="http://schemas.microsoft.com/office/drawing/2014/main" id="{EEC0F1F7-768B-DD66-F585-ACC3D8B1EA34}"/>
              </a:ext>
            </a:extLst>
          </p:cNvPr>
          <p:cNvSpPr/>
          <p:nvPr/>
        </p:nvSpPr>
        <p:spPr>
          <a:xfrm>
            <a:off x="1133514" y="1418719"/>
            <a:ext cx="1833275" cy="126433"/>
          </a:xfrm>
          <a:prstGeom prst="rect">
            <a:avLst/>
          </a:prstGeom>
          <a:solidFill>
            <a:schemeClr val="accent1"/>
          </a:solidFill>
          <a:ln w="12700">
            <a:solidFill>
              <a:schemeClr val="accent1"/>
            </a:solidFill>
            <a:prstDash val="solid"/>
          </a:ln>
        </p:spPr>
        <p:txBody>
          <a:bodyPr/>
          <a:lstStyle/>
          <a:p>
            <a:endParaRPr lang="en-US" sz="3200"/>
          </a:p>
        </p:txBody>
      </p:sp>
      <p:sp>
        <p:nvSpPr>
          <p:cNvPr id="16" name="Text 9">
            <a:extLst>
              <a:ext uri="{FF2B5EF4-FFF2-40B4-BE49-F238E27FC236}">
                <a16:creationId xmlns:a16="http://schemas.microsoft.com/office/drawing/2014/main" id="{54B4A74A-B6B5-60F1-0521-5C94A3D90F1E}"/>
              </a:ext>
            </a:extLst>
          </p:cNvPr>
          <p:cNvSpPr/>
          <p:nvPr/>
        </p:nvSpPr>
        <p:spPr>
          <a:xfrm>
            <a:off x="1284022" y="1673345"/>
            <a:ext cx="1643626" cy="40458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100" b="1" dirty="0">
                <a:solidFill>
                  <a:schemeClr val="accent1"/>
                </a:solidFill>
                <a:latin typeface="+mj-lt"/>
                <a:ea typeface="Georgia" pitchFamily="34" charset="-122"/>
                <a:cs typeface="Georgia" pitchFamily="34" charset="-120"/>
              </a:rPr>
              <a:t>Discovery</a:t>
            </a:r>
            <a:endParaRPr lang="en-US" sz="2100" dirty="0">
              <a:solidFill>
                <a:schemeClr val="accent1"/>
              </a:solidFill>
              <a:latin typeface="+mj-lt"/>
            </a:endParaRPr>
          </a:p>
        </p:txBody>
      </p:sp>
      <p:sp>
        <p:nvSpPr>
          <p:cNvPr id="17" name="Text 10">
            <a:extLst>
              <a:ext uri="{FF2B5EF4-FFF2-40B4-BE49-F238E27FC236}">
                <a16:creationId xmlns:a16="http://schemas.microsoft.com/office/drawing/2014/main" id="{B040684A-E50C-07D7-AF1E-14177B64D91F}"/>
              </a:ext>
            </a:extLst>
          </p:cNvPr>
          <p:cNvSpPr/>
          <p:nvPr/>
        </p:nvSpPr>
        <p:spPr>
          <a:xfrm>
            <a:off x="1271464" y="1916832"/>
            <a:ext cx="1643626" cy="139561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200" b="1" dirty="0">
                <a:solidFill>
                  <a:schemeClr val="accent1"/>
                </a:solidFill>
                <a:ea typeface="Calibri" pitchFamily="34" charset="-122"/>
                <a:cs typeface="Calibri" pitchFamily="34" charset="-120"/>
              </a:rPr>
              <a:t>Interview </a:t>
            </a:r>
            <a:r>
              <a:rPr lang="en-US" sz="1200" dirty="0">
                <a:solidFill>
                  <a:schemeClr val="accent1"/>
                </a:solidFill>
                <a:ea typeface="Calibri" pitchFamily="34" charset="-122"/>
                <a:cs typeface="Calibri" pitchFamily="34" charset="-120"/>
              </a:rPr>
              <a:t>themes captured </a:t>
            </a:r>
          </a:p>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Delivery needs clarified </a:t>
            </a:r>
          </a:p>
          <a:p>
            <a:pPr marL="171450" indent="-171450">
              <a:buFont typeface="Arial" panose="020B0604020202020204" pitchFamily="34" charset="0"/>
              <a:buChar char="•"/>
            </a:pPr>
            <a:r>
              <a:rPr lang="en-US" sz="1200" b="1" dirty="0">
                <a:solidFill>
                  <a:schemeClr val="accent1"/>
                </a:solidFill>
                <a:ea typeface="Calibri" pitchFamily="34" charset="-122"/>
                <a:cs typeface="Calibri" pitchFamily="34" charset="-120"/>
              </a:rPr>
              <a:t>Readiness gap types framed</a:t>
            </a:r>
            <a:endParaRPr lang="en-US" sz="1200" b="1" dirty="0">
              <a:solidFill>
                <a:schemeClr val="accent1"/>
              </a:solidFill>
            </a:endParaRPr>
          </a:p>
        </p:txBody>
      </p:sp>
      <p:sp>
        <p:nvSpPr>
          <p:cNvPr id="20" name="Shape 14">
            <a:extLst>
              <a:ext uri="{FF2B5EF4-FFF2-40B4-BE49-F238E27FC236}">
                <a16:creationId xmlns:a16="http://schemas.microsoft.com/office/drawing/2014/main" id="{A1A2206F-D140-0D5D-8E77-D1829A1E7CC1}"/>
              </a:ext>
            </a:extLst>
          </p:cNvPr>
          <p:cNvSpPr/>
          <p:nvPr/>
        </p:nvSpPr>
        <p:spPr>
          <a:xfrm>
            <a:off x="1133514" y="5059983"/>
            <a:ext cx="1833275" cy="379298"/>
          </a:xfrm>
          <a:prstGeom prst="rect">
            <a:avLst/>
          </a:prstGeom>
          <a:solidFill>
            <a:schemeClr val="accent1">
              <a:lumMod val="20000"/>
              <a:lumOff val="80000"/>
            </a:schemeClr>
          </a:solidFill>
          <a:ln w="12700">
            <a:solidFill>
              <a:schemeClr val="accent1"/>
            </a:solidFill>
            <a:prstDash val="solid"/>
          </a:ln>
        </p:spPr>
        <p:txBody>
          <a:bodyPr/>
          <a:lstStyle/>
          <a:p>
            <a:endParaRPr lang="en-US" sz="3600"/>
          </a:p>
        </p:txBody>
      </p:sp>
      <p:sp>
        <p:nvSpPr>
          <p:cNvPr id="21" name="Text 15">
            <a:extLst>
              <a:ext uri="{FF2B5EF4-FFF2-40B4-BE49-F238E27FC236}">
                <a16:creationId xmlns:a16="http://schemas.microsoft.com/office/drawing/2014/main" id="{DAD5AF2A-1740-6069-8F66-3042D9577705}"/>
              </a:ext>
            </a:extLst>
          </p:cNvPr>
          <p:cNvSpPr/>
          <p:nvPr/>
        </p:nvSpPr>
        <p:spPr>
          <a:xfrm>
            <a:off x="1133514" y="5059983"/>
            <a:ext cx="1833275" cy="379298"/>
          </a:xfrm>
          <a:prstGeom prst="rect">
            <a:avLst/>
          </a:prstGeom>
          <a:solidFill>
            <a:schemeClr val="accent1"/>
          </a:solidFill>
          <a:ln>
            <a:solidFill>
              <a:schemeClr val="accent1"/>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chemeClr val="bg2"/>
                </a:solidFill>
                <a:ea typeface="Calibri" pitchFamily="34" charset="-122"/>
                <a:cs typeface="Calibri" pitchFamily="34" charset="-120"/>
              </a:rPr>
              <a:t>Phase 1</a:t>
            </a:r>
            <a:endParaRPr lang="en-US" sz="1400" dirty="0">
              <a:solidFill>
                <a:schemeClr val="bg2"/>
              </a:solidFill>
            </a:endParaRPr>
          </a:p>
        </p:txBody>
      </p:sp>
      <p:sp>
        <p:nvSpPr>
          <p:cNvPr id="22" name="Shape 16">
            <a:extLst>
              <a:ext uri="{FF2B5EF4-FFF2-40B4-BE49-F238E27FC236}">
                <a16:creationId xmlns:a16="http://schemas.microsoft.com/office/drawing/2014/main" id="{27EEB40F-DB8B-F5FE-2616-02DD12D8FDF2}"/>
              </a:ext>
            </a:extLst>
          </p:cNvPr>
          <p:cNvSpPr/>
          <p:nvPr/>
        </p:nvSpPr>
        <p:spPr>
          <a:xfrm>
            <a:off x="3693778" y="3820942"/>
            <a:ext cx="758597" cy="758597"/>
          </a:xfrm>
          <a:prstGeom prst="ellipse">
            <a:avLst/>
          </a:prstGeom>
          <a:solidFill>
            <a:schemeClr val="accent2"/>
          </a:solidFill>
          <a:ln w="31750">
            <a:solidFill>
              <a:srgbClr val="FFFFFF"/>
            </a:solidFill>
            <a:prstDash val="solid"/>
          </a:ln>
          <a:effectLst>
            <a:outerShdw blurRad="101600" dist="38100" dir="8100000" algn="bl" rotWithShape="0">
              <a:srgbClr val="000000">
                <a:alpha val="10000"/>
              </a:srgbClr>
            </a:outerShdw>
          </a:effectLst>
        </p:spPr>
        <p:txBody>
          <a:bodyPr/>
          <a:lstStyle/>
          <a:p>
            <a:endParaRPr lang="en-US" sz="3600">
              <a:effectLst>
                <a:outerShdw blurRad="38100" dist="38100" dir="2700000" algn="tl">
                  <a:srgbClr val="000000">
                    <a:alpha val="43137"/>
                  </a:srgbClr>
                </a:outerShdw>
              </a:effectLst>
            </a:endParaRPr>
          </a:p>
        </p:txBody>
      </p:sp>
      <p:sp>
        <p:nvSpPr>
          <p:cNvPr id="23" name="Text 17">
            <a:extLst>
              <a:ext uri="{FF2B5EF4-FFF2-40B4-BE49-F238E27FC236}">
                <a16:creationId xmlns:a16="http://schemas.microsoft.com/office/drawing/2014/main" id="{6FDFB2B5-907B-4390-6355-ECCB5914E928}"/>
              </a:ext>
            </a:extLst>
          </p:cNvPr>
          <p:cNvSpPr/>
          <p:nvPr/>
        </p:nvSpPr>
        <p:spPr>
          <a:xfrm>
            <a:off x="3693778" y="3820942"/>
            <a:ext cx="758597" cy="75859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400" dirty="0">
              <a:effectLst>
                <a:outerShdw blurRad="38100" dist="38100" dir="2700000" algn="tl">
                  <a:srgbClr val="000000">
                    <a:alpha val="43137"/>
                  </a:srgbClr>
                </a:outerShdw>
              </a:effectLst>
            </a:endParaRPr>
          </a:p>
        </p:txBody>
      </p:sp>
      <p:sp>
        <p:nvSpPr>
          <p:cNvPr id="24" name="Shape 19">
            <a:extLst>
              <a:ext uri="{FF2B5EF4-FFF2-40B4-BE49-F238E27FC236}">
                <a16:creationId xmlns:a16="http://schemas.microsoft.com/office/drawing/2014/main" id="{B7831D0D-B494-F73A-EC3F-83AE5DD58DEB}"/>
              </a:ext>
            </a:extLst>
          </p:cNvPr>
          <p:cNvSpPr/>
          <p:nvPr/>
        </p:nvSpPr>
        <p:spPr>
          <a:xfrm>
            <a:off x="3156439" y="1418719"/>
            <a:ext cx="1833275" cy="2048211"/>
          </a:xfrm>
          <a:prstGeom prst="rect">
            <a:avLst/>
          </a:prstGeom>
          <a:solidFill>
            <a:srgbClr val="FFFFFF"/>
          </a:solidFill>
          <a:ln w="19050">
            <a:solidFill>
              <a:schemeClr val="accent1"/>
            </a:solidFill>
            <a:prstDash val="solid"/>
          </a:ln>
          <a:effectLst>
            <a:outerShdw blurRad="101600" dist="38100" dir="8100000" algn="bl" rotWithShape="0">
              <a:srgbClr val="000000">
                <a:alpha val="10000"/>
              </a:srgbClr>
            </a:outerShdw>
          </a:effectLst>
        </p:spPr>
        <p:txBody>
          <a:bodyPr/>
          <a:lstStyle/>
          <a:p>
            <a:endParaRPr lang="en-US" sz="4000" dirty="0"/>
          </a:p>
        </p:txBody>
      </p:sp>
      <p:sp>
        <p:nvSpPr>
          <p:cNvPr id="25" name="Shape 20">
            <a:extLst>
              <a:ext uri="{FF2B5EF4-FFF2-40B4-BE49-F238E27FC236}">
                <a16:creationId xmlns:a16="http://schemas.microsoft.com/office/drawing/2014/main" id="{7FDC5118-3DE8-93CE-4B02-CB6763259F8E}"/>
              </a:ext>
            </a:extLst>
          </p:cNvPr>
          <p:cNvSpPr/>
          <p:nvPr/>
        </p:nvSpPr>
        <p:spPr>
          <a:xfrm>
            <a:off x="3156439" y="1418719"/>
            <a:ext cx="1833275" cy="126433"/>
          </a:xfrm>
          <a:prstGeom prst="rect">
            <a:avLst/>
          </a:prstGeom>
          <a:solidFill>
            <a:schemeClr val="accent2"/>
          </a:solidFill>
          <a:ln w="12700">
            <a:solidFill>
              <a:schemeClr val="accent2"/>
            </a:solidFill>
            <a:prstDash val="solid"/>
          </a:ln>
        </p:spPr>
        <p:txBody>
          <a:bodyPr/>
          <a:lstStyle/>
          <a:p>
            <a:endParaRPr lang="en-US" sz="3200"/>
          </a:p>
        </p:txBody>
      </p:sp>
      <p:sp>
        <p:nvSpPr>
          <p:cNvPr id="31" name="Shape 27">
            <a:extLst>
              <a:ext uri="{FF2B5EF4-FFF2-40B4-BE49-F238E27FC236}">
                <a16:creationId xmlns:a16="http://schemas.microsoft.com/office/drawing/2014/main" id="{530694BA-5A92-AD44-F30B-AF3CDB72E095}"/>
              </a:ext>
            </a:extLst>
          </p:cNvPr>
          <p:cNvSpPr/>
          <p:nvPr/>
        </p:nvSpPr>
        <p:spPr>
          <a:xfrm>
            <a:off x="3156439" y="5059983"/>
            <a:ext cx="1833275" cy="379298"/>
          </a:xfrm>
          <a:prstGeom prst="rect">
            <a:avLst/>
          </a:prstGeom>
          <a:solidFill>
            <a:schemeClr val="accent2">
              <a:lumMod val="40000"/>
              <a:lumOff val="60000"/>
            </a:schemeClr>
          </a:solidFill>
          <a:ln w="12700">
            <a:solidFill>
              <a:schemeClr val="accent2"/>
            </a:solidFill>
            <a:prstDash val="solid"/>
          </a:ln>
        </p:spPr>
        <p:txBody>
          <a:bodyPr/>
          <a:lstStyle/>
          <a:p>
            <a:endParaRPr lang="en-US" sz="3600">
              <a:solidFill>
                <a:schemeClr val="accent2">
                  <a:lumMod val="50000"/>
                </a:schemeClr>
              </a:solidFill>
            </a:endParaRPr>
          </a:p>
        </p:txBody>
      </p:sp>
      <p:sp>
        <p:nvSpPr>
          <p:cNvPr id="32" name="Text 28">
            <a:extLst>
              <a:ext uri="{FF2B5EF4-FFF2-40B4-BE49-F238E27FC236}">
                <a16:creationId xmlns:a16="http://schemas.microsoft.com/office/drawing/2014/main" id="{2FCEE89C-ACA9-28BA-5D7D-46243B0406D1}"/>
              </a:ext>
            </a:extLst>
          </p:cNvPr>
          <p:cNvSpPr/>
          <p:nvPr/>
        </p:nvSpPr>
        <p:spPr>
          <a:xfrm>
            <a:off x="3156439" y="5059983"/>
            <a:ext cx="1833275" cy="37929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chemeClr val="tx2"/>
                </a:solidFill>
                <a:ea typeface="Calibri" pitchFamily="34" charset="-122"/>
                <a:cs typeface="Calibri" pitchFamily="34" charset="-120"/>
              </a:rPr>
              <a:t>Phase 2</a:t>
            </a:r>
            <a:endParaRPr lang="en-US" sz="1400" dirty="0">
              <a:solidFill>
                <a:schemeClr val="tx2"/>
              </a:solidFill>
            </a:endParaRPr>
          </a:p>
        </p:txBody>
      </p:sp>
      <p:sp>
        <p:nvSpPr>
          <p:cNvPr id="33" name="Shape 29">
            <a:extLst>
              <a:ext uri="{FF2B5EF4-FFF2-40B4-BE49-F238E27FC236}">
                <a16:creationId xmlns:a16="http://schemas.microsoft.com/office/drawing/2014/main" id="{C4E22A43-E7C9-E8CD-B73F-FCF9DB49D1E6}"/>
              </a:ext>
            </a:extLst>
          </p:cNvPr>
          <p:cNvSpPr/>
          <p:nvPr/>
        </p:nvSpPr>
        <p:spPr>
          <a:xfrm>
            <a:off x="5716702" y="3820942"/>
            <a:ext cx="758597" cy="758597"/>
          </a:xfrm>
          <a:prstGeom prst="ellipse">
            <a:avLst/>
          </a:prstGeom>
          <a:solidFill>
            <a:schemeClr val="accent4"/>
          </a:solidFill>
          <a:ln w="31750">
            <a:solidFill>
              <a:srgbClr val="FFFFFF"/>
            </a:solidFill>
            <a:prstDash val="solid"/>
          </a:ln>
          <a:effectLst>
            <a:outerShdw blurRad="101600" dist="38100" dir="8100000" algn="bl" rotWithShape="0">
              <a:srgbClr val="000000">
                <a:alpha val="10000"/>
              </a:srgbClr>
            </a:outerShdw>
          </a:effectLst>
        </p:spPr>
        <p:txBody>
          <a:bodyPr/>
          <a:lstStyle/>
          <a:p>
            <a:endParaRPr lang="en-US" sz="3600">
              <a:effectLst>
                <a:outerShdw blurRad="38100" dist="38100" dir="2700000" algn="tl">
                  <a:srgbClr val="000000">
                    <a:alpha val="43137"/>
                  </a:srgbClr>
                </a:outerShdw>
              </a:effectLst>
            </a:endParaRPr>
          </a:p>
        </p:txBody>
      </p:sp>
      <p:sp>
        <p:nvSpPr>
          <p:cNvPr id="34" name="Text 30">
            <a:extLst>
              <a:ext uri="{FF2B5EF4-FFF2-40B4-BE49-F238E27FC236}">
                <a16:creationId xmlns:a16="http://schemas.microsoft.com/office/drawing/2014/main" id="{7A5333EC-779E-1B07-D396-80D0922F4EB1}"/>
              </a:ext>
            </a:extLst>
          </p:cNvPr>
          <p:cNvSpPr/>
          <p:nvPr/>
        </p:nvSpPr>
        <p:spPr>
          <a:xfrm>
            <a:off x="5716702" y="3820942"/>
            <a:ext cx="758597" cy="75859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400" dirty="0">
              <a:effectLst>
                <a:outerShdw blurRad="38100" dist="38100" dir="2700000" algn="tl">
                  <a:srgbClr val="000000">
                    <a:alpha val="43137"/>
                  </a:srgbClr>
                </a:outerShdw>
              </a:effectLst>
            </a:endParaRPr>
          </a:p>
        </p:txBody>
      </p:sp>
      <p:sp>
        <p:nvSpPr>
          <p:cNvPr id="35" name="Shape 32">
            <a:extLst>
              <a:ext uri="{FF2B5EF4-FFF2-40B4-BE49-F238E27FC236}">
                <a16:creationId xmlns:a16="http://schemas.microsoft.com/office/drawing/2014/main" id="{D53D06EA-DE28-0403-DCDF-C29D7FBEBD49}"/>
              </a:ext>
            </a:extLst>
          </p:cNvPr>
          <p:cNvSpPr/>
          <p:nvPr/>
        </p:nvSpPr>
        <p:spPr>
          <a:xfrm>
            <a:off x="5179363" y="1418719"/>
            <a:ext cx="1833275" cy="2048211"/>
          </a:xfrm>
          <a:prstGeom prst="rect">
            <a:avLst/>
          </a:prstGeom>
          <a:solidFill>
            <a:srgbClr val="FFFFFF"/>
          </a:solidFill>
          <a:ln w="19050">
            <a:solidFill>
              <a:schemeClr val="accent1"/>
            </a:solidFill>
            <a:prstDash val="solid"/>
          </a:ln>
          <a:effectLst>
            <a:outerShdw blurRad="101600" dist="38100" dir="8100000" algn="bl" rotWithShape="0">
              <a:srgbClr val="000000">
                <a:alpha val="10000"/>
              </a:srgbClr>
            </a:outerShdw>
          </a:effectLst>
        </p:spPr>
        <p:txBody>
          <a:bodyPr/>
          <a:lstStyle/>
          <a:p>
            <a:endParaRPr lang="en-US" sz="4000"/>
          </a:p>
        </p:txBody>
      </p:sp>
      <p:sp>
        <p:nvSpPr>
          <p:cNvPr id="36" name="Shape 33">
            <a:extLst>
              <a:ext uri="{FF2B5EF4-FFF2-40B4-BE49-F238E27FC236}">
                <a16:creationId xmlns:a16="http://schemas.microsoft.com/office/drawing/2014/main" id="{0A11D3C5-7863-1906-457B-143D4D4F697C}"/>
              </a:ext>
            </a:extLst>
          </p:cNvPr>
          <p:cNvSpPr/>
          <p:nvPr/>
        </p:nvSpPr>
        <p:spPr>
          <a:xfrm>
            <a:off x="5179363" y="1418719"/>
            <a:ext cx="1833275" cy="126433"/>
          </a:xfrm>
          <a:prstGeom prst="rect">
            <a:avLst/>
          </a:prstGeom>
          <a:solidFill>
            <a:schemeClr val="accent4"/>
          </a:solidFill>
          <a:ln w="12700">
            <a:solidFill>
              <a:schemeClr val="accent4"/>
            </a:solidFill>
            <a:prstDash val="solid"/>
          </a:ln>
        </p:spPr>
        <p:txBody>
          <a:bodyPr/>
          <a:lstStyle/>
          <a:p>
            <a:endParaRPr lang="en-US" sz="3200"/>
          </a:p>
        </p:txBody>
      </p:sp>
      <p:sp>
        <p:nvSpPr>
          <p:cNvPr id="42" name="Shape 40">
            <a:extLst>
              <a:ext uri="{FF2B5EF4-FFF2-40B4-BE49-F238E27FC236}">
                <a16:creationId xmlns:a16="http://schemas.microsoft.com/office/drawing/2014/main" id="{6890879C-6A46-A6E9-5C60-2254F27BBF18}"/>
              </a:ext>
            </a:extLst>
          </p:cNvPr>
          <p:cNvSpPr/>
          <p:nvPr/>
        </p:nvSpPr>
        <p:spPr>
          <a:xfrm>
            <a:off x="5179363" y="5059983"/>
            <a:ext cx="1833275" cy="379298"/>
          </a:xfrm>
          <a:prstGeom prst="rect">
            <a:avLst/>
          </a:prstGeom>
          <a:solidFill>
            <a:schemeClr val="accent4">
              <a:lumMod val="40000"/>
              <a:lumOff val="60000"/>
            </a:schemeClr>
          </a:solidFill>
          <a:ln w="12700">
            <a:solidFill>
              <a:schemeClr val="accent4">
                <a:lumMod val="75000"/>
              </a:schemeClr>
            </a:solidFill>
            <a:prstDash val="solid"/>
          </a:ln>
        </p:spPr>
        <p:txBody>
          <a:bodyPr/>
          <a:lstStyle/>
          <a:p>
            <a:endParaRPr lang="en-US" sz="3600"/>
          </a:p>
        </p:txBody>
      </p:sp>
      <p:sp>
        <p:nvSpPr>
          <p:cNvPr id="43" name="Text 41">
            <a:extLst>
              <a:ext uri="{FF2B5EF4-FFF2-40B4-BE49-F238E27FC236}">
                <a16:creationId xmlns:a16="http://schemas.microsoft.com/office/drawing/2014/main" id="{5D8CF35A-5CA7-6E53-F875-DFC51D4873BA}"/>
              </a:ext>
            </a:extLst>
          </p:cNvPr>
          <p:cNvSpPr/>
          <p:nvPr/>
        </p:nvSpPr>
        <p:spPr>
          <a:xfrm>
            <a:off x="5179363" y="5059983"/>
            <a:ext cx="1833275" cy="37929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chemeClr val="tx2"/>
                </a:solidFill>
                <a:ea typeface="Calibri" pitchFamily="34" charset="-122"/>
                <a:cs typeface="Calibri" pitchFamily="34" charset="-120"/>
              </a:rPr>
              <a:t>Phase 3</a:t>
            </a:r>
            <a:endParaRPr lang="en-US" sz="1400" dirty="0">
              <a:solidFill>
                <a:schemeClr val="tx2"/>
              </a:solidFill>
            </a:endParaRPr>
          </a:p>
        </p:txBody>
      </p:sp>
      <p:sp>
        <p:nvSpPr>
          <p:cNvPr id="44" name="Shape 42">
            <a:extLst>
              <a:ext uri="{FF2B5EF4-FFF2-40B4-BE49-F238E27FC236}">
                <a16:creationId xmlns:a16="http://schemas.microsoft.com/office/drawing/2014/main" id="{113D894C-6E63-D4F5-16B3-E59FD154B655}"/>
              </a:ext>
            </a:extLst>
          </p:cNvPr>
          <p:cNvSpPr/>
          <p:nvPr/>
        </p:nvSpPr>
        <p:spPr>
          <a:xfrm>
            <a:off x="7739626" y="3820942"/>
            <a:ext cx="758597" cy="758597"/>
          </a:xfrm>
          <a:prstGeom prst="ellipse">
            <a:avLst/>
          </a:prstGeom>
          <a:solidFill>
            <a:schemeClr val="accent1"/>
          </a:solidFill>
          <a:ln w="31750">
            <a:solidFill>
              <a:srgbClr val="FFFFFF"/>
            </a:solidFill>
            <a:prstDash val="solid"/>
          </a:ln>
          <a:effectLst>
            <a:outerShdw blurRad="101600" dist="38100" dir="8100000" algn="bl" rotWithShape="0">
              <a:srgbClr val="000000">
                <a:alpha val="10000"/>
              </a:srgbClr>
            </a:outerShdw>
          </a:effectLst>
        </p:spPr>
        <p:txBody>
          <a:bodyPr/>
          <a:lstStyle/>
          <a:p>
            <a:endParaRPr lang="en-US" sz="3600" dirty="0">
              <a:effectLst>
                <a:outerShdw blurRad="38100" dist="38100" dir="2700000" algn="tl">
                  <a:srgbClr val="000000">
                    <a:alpha val="43137"/>
                  </a:srgbClr>
                </a:outerShdw>
              </a:effectLst>
            </a:endParaRPr>
          </a:p>
        </p:txBody>
      </p:sp>
      <p:sp>
        <p:nvSpPr>
          <p:cNvPr id="45" name="Text 43">
            <a:extLst>
              <a:ext uri="{FF2B5EF4-FFF2-40B4-BE49-F238E27FC236}">
                <a16:creationId xmlns:a16="http://schemas.microsoft.com/office/drawing/2014/main" id="{52E51493-7BE7-08C1-53F4-8E8D544F3D6A}"/>
              </a:ext>
            </a:extLst>
          </p:cNvPr>
          <p:cNvSpPr/>
          <p:nvPr/>
        </p:nvSpPr>
        <p:spPr>
          <a:xfrm>
            <a:off x="7739626" y="3820942"/>
            <a:ext cx="758597" cy="75859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400" dirty="0">
              <a:effectLst>
                <a:outerShdw blurRad="38100" dist="38100" dir="2700000" algn="tl">
                  <a:srgbClr val="000000">
                    <a:alpha val="43137"/>
                  </a:srgbClr>
                </a:outerShdw>
              </a:effectLst>
            </a:endParaRPr>
          </a:p>
        </p:txBody>
      </p:sp>
      <p:sp>
        <p:nvSpPr>
          <p:cNvPr id="46" name="Shape 45">
            <a:extLst>
              <a:ext uri="{FF2B5EF4-FFF2-40B4-BE49-F238E27FC236}">
                <a16:creationId xmlns:a16="http://schemas.microsoft.com/office/drawing/2014/main" id="{32F7A268-6F27-82D0-DCC4-7C54CC922652}"/>
              </a:ext>
            </a:extLst>
          </p:cNvPr>
          <p:cNvSpPr/>
          <p:nvPr/>
        </p:nvSpPr>
        <p:spPr>
          <a:xfrm>
            <a:off x="7202287" y="1418719"/>
            <a:ext cx="1833275" cy="2048211"/>
          </a:xfrm>
          <a:prstGeom prst="rect">
            <a:avLst/>
          </a:prstGeom>
          <a:solidFill>
            <a:srgbClr val="FFFFFF"/>
          </a:solidFill>
          <a:ln w="19050">
            <a:solidFill>
              <a:schemeClr val="accent1"/>
            </a:solidFill>
            <a:prstDash val="solid"/>
          </a:ln>
          <a:effectLst>
            <a:outerShdw blurRad="101600" dist="38100" dir="8100000" algn="bl" rotWithShape="0">
              <a:srgbClr val="000000">
                <a:alpha val="10000"/>
              </a:srgbClr>
            </a:outerShdw>
          </a:effectLst>
        </p:spPr>
        <p:txBody>
          <a:bodyPr/>
          <a:lstStyle/>
          <a:p>
            <a:endParaRPr lang="en-US" sz="4000" dirty="0"/>
          </a:p>
        </p:txBody>
      </p:sp>
      <p:sp>
        <p:nvSpPr>
          <p:cNvPr id="47" name="Shape 46">
            <a:extLst>
              <a:ext uri="{FF2B5EF4-FFF2-40B4-BE49-F238E27FC236}">
                <a16:creationId xmlns:a16="http://schemas.microsoft.com/office/drawing/2014/main" id="{30AF9169-2553-510D-B002-FD72E7BCE237}"/>
              </a:ext>
            </a:extLst>
          </p:cNvPr>
          <p:cNvSpPr/>
          <p:nvPr/>
        </p:nvSpPr>
        <p:spPr>
          <a:xfrm>
            <a:off x="7202287" y="1418719"/>
            <a:ext cx="1833275" cy="126433"/>
          </a:xfrm>
          <a:prstGeom prst="rect">
            <a:avLst/>
          </a:prstGeom>
          <a:solidFill>
            <a:schemeClr val="accent1"/>
          </a:solidFill>
          <a:ln w="12700">
            <a:solidFill>
              <a:schemeClr val="accent1"/>
            </a:solidFill>
            <a:prstDash val="solid"/>
          </a:ln>
        </p:spPr>
        <p:txBody>
          <a:bodyPr/>
          <a:lstStyle/>
          <a:p>
            <a:endParaRPr lang="en-US" sz="3200"/>
          </a:p>
        </p:txBody>
      </p:sp>
      <p:sp>
        <p:nvSpPr>
          <p:cNvPr id="53" name="Shape 53">
            <a:extLst>
              <a:ext uri="{FF2B5EF4-FFF2-40B4-BE49-F238E27FC236}">
                <a16:creationId xmlns:a16="http://schemas.microsoft.com/office/drawing/2014/main" id="{EBE2A0BD-5C52-2D46-9D94-DC1180D6C81D}"/>
              </a:ext>
            </a:extLst>
          </p:cNvPr>
          <p:cNvSpPr/>
          <p:nvPr/>
        </p:nvSpPr>
        <p:spPr>
          <a:xfrm>
            <a:off x="7202287" y="5059983"/>
            <a:ext cx="1833275" cy="379298"/>
          </a:xfrm>
          <a:prstGeom prst="rect">
            <a:avLst/>
          </a:prstGeom>
          <a:solidFill>
            <a:srgbClr val="E6F0FA"/>
          </a:solidFill>
          <a:ln w="12700">
            <a:solidFill>
              <a:srgbClr val="1B6CA8"/>
            </a:solidFill>
            <a:prstDash val="solid"/>
          </a:ln>
        </p:spPr>
        <p:txBody>
          <a:bodyPr/>
          <a:lstStyle/>
          <a:p>
            <a:endParaRPr lang="en-US" sz="3600"/>
          </a:p>
        </p:txBody>
      </p:sp>
      <p:sp>
        <p:nvSpPr>
          <p:cNvPr id="54" name="Text 54">
            <a:extLst>
              <a:ext uri="{FF2B5EF4-FFF2-40B4-BE49-F238E27FC236}">
                <a16:creationId xmlns:a16="http://schemas.microsoft.com/office/drawing/2014/main" id="{671B431D-7F21-CF9D-6C7E-932710E78D0F}"/>
              </a:ext>
            </a:extLst>
          </p:cNvPr>
          <p:cNvSpPr/>
          <p:nvPr/>
        </p:nvSpPr>
        <p:spPr>
          <a:xfrm>
            <a:off x="7202287" y="5059983"/>
            <a:ext cx="1833275" cy="379298"/>
          </a:xfrm>
          <a:prstGeom prst="rect">
            <a:avLst/>
          </a:prstGeom>
          <a:solidFill>
            <a:schemeClr val="accent1"/>
          </a:solidFill>
          <a:ln>
            <a:solidFill>
              <a:schemeClr val="accent1"/>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chemeClr val="bg1"/>
                </a:solidFill>
                <a:ea typeface="Calibri" pitchFamily="34" charset="-122"/>
                <a:cs typeface="Calibri" pitchFamily="34" charset="-120"/>
              </a:rPr>
              <a:t>Phase 4</a:t>
            </a:r>
            <a:endParaRPr lang="en-US" sz="1400" dirty="0">
              <a:solidFill>
                <a:schemeClr val="bg1"/>
              </a:solidFill>
            </a:endParaRPr>
          </a:p>
        </p:txBody>
      </p:sp>
      <p:sp>
        <p:nvSpPr>
          <p:cNvPr id="55" name="Shape 55">
            <a:extLst>
              <a:ext uri="{FF2B5EF4-FFF2-40B4-BE49-F238E27FC236}">
                <a16:creationId xmlns:a16="http://schemas.microsoft.com/office/drawing/2014/main" id="{7776A54D-BFE0-409C-0097-AC3918D75345}"/>
              </a:ext>
            </a:extLst>
          </p:cNvPr>
          <p:cNvSpPr/>
          <p:nvPr/>
        </p:nvSpPr>
        <p:spPr>
          <a:xfrm>
            <a:off x="9762550" y="3820942"/>
            <a:ext cx="758597" cy="758597"/>
          </a:xfrm>
          <a:prstGeom prst="ellipse">
            <a:avLst/>
          </a:prstGeom>
          <a:solidFill>
            <a:schemeClr val="accent1">
              <a:lumMod val="20000"/>
              <a:lumOff val="80000"/>
            </a:schemeClr>
          </a:solidFill>
          <a:ln w="31750">
            <a:solidFill>
              <a:srgbClr val="FFFFFF"/>
            </a:solidFill>
            <a:prstDash val="solid"/>
          </a:ln>
          <a:effectLst>
            <a:outerShdw blurRad="101600" dist="38100" dir="8100000" algn="bl" rotWithShape="0">
              <a:srgbClr val="000000">
                <a:alpha val="10000"/>
              </a:srgbClr>
            </a:outerShdw>
          </a:effectLst>
        </p:spPr>
        <p:txBody>
          <a:bodyPr/>
          <a:lstStyle/>
          <a:p>
            <a:endParaRPr lang="en-US" sz="3600">
              <a:effectLst>
                <a:outerShdw blurRad="38100" dist="38100" dir="2700000" algn="tl">
                  <a:srgbClr val="000000">
                    <a:alpha val="43137"/>
                  </a:srgbClr>
                </a:outerShdw>
              </a:effectLst>
            </a:endParaRPr>
          </a:p>
        </p:txBody>
      </p:sp>
      <p:sp>
        <p:nvSpPr>
          <p:cNvPr id="56" name="Text 56">
            <a:extLst>
              <a:ext uri="{FF2B5EF4-FFF2-40B4-BE49-F238E27FC236}">
                <a16:creationId xmlns:a16="http://schemas.microsoft.com/office/drawing/2014/main" id="{55BC1F8E-F1B5-389B-BB96-006BD3DBEC72}"/>
              </a:ext>
            </a:extLst>
          </p:cNvPr>
          <p:cNvSpPr/>
          <p:nvPr/>
        </p:nvSpPr>
        <p:spPr>
          <a:xfrm>
            <a:off x="9762550" y="3820942"/>
            <a:ext cx="758597" cy="75859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2400" dirty="0">
              <a:effectLst>
                <a:outerShdw blurRad="38100" dist="38100" dir="2700000" algn="tl">
                  <a:srgbClr val="000000">
                    <a:alpha val="43137"/>
                  </a:srgbClr>
                </a:outerShdw>
              </a:effectLst>
            </a:endParaRPr>
          </a:p>
        </p:txBody>
      </p:sp>
      <p:sp>
        <p:nvSpPr>
          <p:cNvPr id="57" name="Shape 58">
            <a:extLst>
              <a:ext uri="{FF2B5EF4-FFF2-40B4-BE49-F238E27FC236}">
                <a16:creationId xmlns:a16="http://schemas.microsoft.com/office/drawing/2014/main" id="{A878FFA6-EC57-DF79-CCB7-416204D0709C}"/>
              </a:ext>
            </a:extLst>
          </p:cNvPr>
          <p:cNvSpPr/>
          <p:nvPr/>
        </p:nvSpPr>
        <p:spPr>
          <a:xfrm>
            <a:off x="9225211" y="1418719"/>
            <a:ext cx="1833275" cy="2048211"/>
          </a:xfrm>
          <a:prstGeom prst="rect">
            <a:avLst/>
          </a:prstGeom>
          <a:solidFill>
            <a:srgbClr val="FFFFFF"/>
          </a:solidFill>
          <a:ln w="19050">
            <a:solidFill>
              <a:schemeClr val="accent1"/>
            </a:solidFill>
            <a:prstDash val="solid"/>
          </a:ln>
          <a:effectLst>
            <a:outerShdw blurRad="101600" dist="38100" dir="8100000" algn="bl" rotWithShape="0">
              <a:srgbClr val="000000">
                <a:alpha val="10000"/>
              </a:srgbClr>
            </a:outerShdw>
          </a:effectLst>
        </p:spPr>
        <p:txBody>
          <a:bodyPr/>
          <a:lstStyle/>
          <a:p>
            <a:endParaRPr lang="en-US" sz="4000"/>
          </a:p>
        </p:txBody>
      </p:sp>
      <p:sp>
        <p:nvSpPr>
          <p:cNvPr id="58" name="Shape 59">
            <a:extLst>
              <a:ext uri="{FF2B5EF4-FFF2-40B4-BE49-F238E27FC236}">
                <a16:creationId xmlns:a16="http://schemas.microsoft.com/office/drawing/2014/main" id="{5287F5D9-E96F-9AAD-B5B4-BE36F6A12FE9}"/>
              </a:ext>
            </a:extLst>
          </p:cNvPr>
          <p:cNvSpPr/>
          <p:nvPr/>
        </p:nvSpPr>
        <p:spPr>
          <a:xfrm>
            <a:off x="9225211" y="1418719"/>
            <a:ext cx="1833275" cy="126433"/>
          </a:xfrm>
          <a:prstGeom prst="rect">
            <a:avLst/>
          </a:prstGeom>
          <a:solidFill>
            <a:schemeClr val="accent3"/>
          </a:solidFill>
          <a:ln w="12700">
            <a:solidFill>
              <a:srgbClr val="7B2D8B"/>
            </a:solidFill>
            <a:prstDash val="solid"/>
          </a:ln>
        </p:spPr>
        <p:txBody>
          <a:bodyPr/>
          <a:lstStyle/>
          <a:p>
            <a:endParaRPr lang="en-US" sz="3200"/>
          </a:p>
        </p:txBody>
      </p:sp>
      <p:sp>
        <p:nvSpPr>
          <p:cNvPr id="64" name="Shape 66">
            <a:extLst>
              <a:ext uri="{FF2B5EF4-FFF2-40B4-BE49-F238E27FC236}">
                <a16:creationId xmlns:a16="http://schemas.microsoft.com/office/drawing/2014/main" id="{E9BED846-2510-31B5-E963-7F03635FD278}"/>
              </a:ext>
            </a:extLst>
          </p:cNvPr>
          <p:cNvSpPr/>
          <p:nvPr/>
        </p:nvSpPr>
        <p:spPr>
          <a:xfrm>
            <a:off x="9225211" y="5059983"/>
            <a:ext cx="1833275" cy="379298"/>
          </a:xfrm>
          <a:prstGeom prst="rect">
            <a:avLst/>
          </a:prstGeom>
          <a:solidFill>
            <a:schemeClr val="accent1">
              <a:lumMod val="20000"/>
              <a:lumOff val="80000"/>
            </a:schemeClr>
          </a:solidFill>
          <a:ln w="12700">
            <a:solidFill>
              <a:srgbClr val="7B2D8B"/>
            </a:solidFill>
            <a:prstDash val="solid"/>
          </a:ln>
        </p:spPr>
        <p:txBody>
          <a:bodyPr/>
          <a:lstStyle/>
          <a:p>
            <a:endParaRPr lang="en-US" sz="3600" dirty="0"/>
          </a:p>
        </p:txBody>
      </p:sp>
      <p:sp>
        <p:nvSpPr>
          <p:cNvPr id="65" name="Text 67">
            <a:extLst>
              <a:ext uri="{FF2B5EF4-FFF2-40B4-BE49-F238E27FC236}">
                <a16:creationId xmlns:a16="http://schemas.microsoft.com/office/drawing/2014/main" id="{C55A32DA-30C3-1E61-E07D-F4FDA41FCCC0}"/>
              </a:ext>
            </a:extLst>
          </p:cNvPr>
          <p:cNvSpPr/>
          <p:nvPr/>
        </p:nvSpPr>
        <p:spPr>
          <a:xfrm>
            <a:off x="9225211" y="5059983"/>
            <a:ext cx="1833275" cy="379298"/>
          </a:xfrm>
          <a:prstGeom prst="rect">
            <a:avLst/>
          </a:prstGeom>
          <a:noFill/>
          <a:ln>
            <a:solidFill>
              <a:srgbClr val="941651"/>
            </a:solid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chemeClr val="tx2"/>
                </a:solidFill>
                <a:ea typeface="Calibri" pitchFamily="34" charset="-122"/>
                <a:cs typeface="Calibri" pitchFamily="34" charset="-120"/>
              </a:rPr>
              <a:t>Phase 5</a:t>
            </a:r>
            <a:endParaRPr lang="en-US" sz="1400" dirty="0">
              <a:solidFill>
                <a:schemeClr val="tx2"/>
              </a:solidFill>
            </a:endParaRPr>
          </a:p>
        </p:txBody>
      </p:sp>
      <p:sp>
        <p:nvSpPr>
          <p:cNvPr id="69" name="Title 7">
            <a:extLst>
              <a:ext uri="{FF2B5EF4-FFF2-40B4-BE49-F238E27FC236}">
                <a16:creationId xmlns:a16="http://schemas.microsoft.com/office/drawing/2014/main" id="{973C6E64-317B-0E5E-01DC-8BA270FB4DEA}"/>
              </a:ext>
            </a:extLst>
          </p:cNvPr>
          <p:cNvSpPr>
            <a:spLocks noGrp="1"/>
          </p:cNvSpPr>
          <p:nvPr>
            <p:ph type="title"/>
          </p:nvPr>
        </p:nvSpPr>
        <p:spPr>
          <a:xfrm>
            <a:off x="335360" y="50356"/>
            <a:ext cx="11090938" cy="930372"/>
          </a:xfrm>
        </p:spPr>
        <p:txBody>
          <a:bodyPr/>
          <a:lstStyle/>
          <a:p>
            <a:pPr algn="l"/>
            <a:r>
              <a:rPr lang="en-US" sz="3200" dirty="0"/>
              <a:t>AI Agent Build Flow: From Data to UI Experience</a:t>
            </a:r>
          </a:p>
        </p:txBody>
      </p:sp>
      <p:sp>
        <p:nvSpPr>
          <p:cNvPr id="70" name="Text Placeholder 4">
            <a:extLst>
              <a:ext uri="{FF2B5EF4-FFF2-40B4-BE49-F238E27FC236}">
                <a16:creationId xmlns:a16="http://schemas.microsoft.com/office/drawing/2014/main" id="{CAE2199D-1CDF-0AAF-708C-C12508AD8B7D}"/>
              </a:ext>
            </a:extLst>
          </p:cNvPr>
          <p:cNvSpPr txBox="1">
            <a:spLocks/>
          </p:cNvSpPr>
          <p:nvPr/>
        </p:nvSpPr>
        <p:spPr>
          <a:xfrm>
            <a:off x="261646" y="878523"/>
            <a:ext cx="11749360" cy="246221"/>
          </a:xfrm>
          <a:prstGeom prst="rect">
            <a:avLst/>
          </a:prstGeom>
        </p:spPr>
        <p:txBody>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i="1" dirty="0">
                <a:solidFill>
                  <a:schemeClr val="accent2"/>
                </a:solidFill>
              </a:rPr>
              <a:t>Explainable readiness logic operationalized through a lightweight UI and orchestration layer</a:t>
            </a:r>
          </a:p>
        </p:txBody>
      </p:sp>
      <p:sp>
        <p:nvSpPr>
          <p:cNvPr id="77" name="Text 9">
            <a:extLst>
              <a:ext uri="{FF2B5EF4-FFF2-40B4-BE49-F238E27FC236}">
                <a16:creationId xmlns:a16="http://schemas.microsoft.com/office/drawing/2014/main" id="{D4A44945-6D64-B299-2262-F12F2161399C}"/>
              </a:ext>
            </a:extLst>
          </p:cNvPr>
          <p:cNvSpPr/>
          <p:nvPr/>
        </p:nvSpPr>
        <p:spPr>
          <a:xfrm>
            <a:off x="3323272" y="1673345"/>
            <a:ext cx="1643626" cy="40458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100" b="1" dirty="0">
                <a:solidFill>
                  <a:schemeClr val="accent1"/>
                </a:solidFill>
                <a:latin typeface="+mj-lt"/>
                <a:ea typeface="Georgia" pitchFamily="34" charset="-122"/>
                <a:cs typeface="Georgia" pitchFamily="34" charset="-120"/>
              </a:rPr>
              <a:t>Data Layer</a:t>
            </a:r>
            <a:endParaRPr lang="en-US" sz="2100" dirty="0">
              <a:solidFill>
                <a:schemeClr val="accent1"/>
              </a:solidFill>
              <a:latin typeface="+mj-lt"/>
            </a:endParaRPr>
          </a:p>
        </p:txBody>
      </p:sp>
      <p:sp>
        <p:nvSpPr>
          <p:cNvPr id="78" name="Text 10">
            <a:extLst>
              <a:ext uri="{FF2B5EF4-FFF2-40B4-BE49-F238E27FC236}">
                <a16:creationId xmlns:a16="http://schemas.microsoft.com/office/drawing/2014/main" id="{FBD781CA-49B3-F7F8-537F-471B9403A99C}"/>
              </a:ext>
            </a:extLst>
          </p:cNvPr>
          <p:cNvSpPr/>
          <p:nvPr/>
        </p:nvSpPr>
        <p:spPr>
          <a:xfrm>
            <a:off x="3300246" y="1916832"/>
            <a:ext cx="1643626" cy="139561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Mock dataset structured </a:t>
            </a:r>
          </a:p>
          <a:p>
            <a:pPr marL="171450" indent="-171450">
              <a:buFont typeface="Arial" panose="020B0604020202020204" pitchFamily="34" charset="0"/>
              <a:buChar char="•"/>
            </a:pPr>
            <a:r>
              <a:rPr lang="en-US" sz="1200" b="1" dirty="0">
                <a:solidFill>
                  <a:schemeClr val="accent1"/>
                </a:solidFill>
                <a:ea typeface="Calibri" pitchFamily="34" charset="-122"/>
                <a:cs typeface="Calibri" pitchFamily="34" charset="-120"/>
              </a:rPr>
              <a:t>Roles &amp; skills mapped</a:t>
            </a:r>
          </a:p>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Confidence/context fields added </a:t>
            </a:r>
            <a:endParaRPr lang="en-US" sz="1200" dirty="0">
              <a:solidFill>
                <a:schemeClr val="accent1"/>
              </a:solidFill>
            </a:endParaRPr>
          </a:p>
        </p:txBody>
      </p:sp>
      <p:sp>
        <p:nvSpPr>
          <p:cNvPr id="79" name="Text 9">
            <a:extLst>
              <a:ext uri="{FF2B5EF4-FFF2-40B4-BE49-F238E27FC236}">
                <a16:creationId xmlns:a16="http://schemas.microsoft.com/office/drawing/2014/main" id="{B72D196C-C8EB-9D88-36BD-F905116D5E4D}"/>
              </a:ext>
            </a:extLst>
          </p:cNvPr>
          <p:cNvSpPr/>
          <p:nvPr/>
        </p:nvSpPr>
        <p:spPr>
          <a:xfrm>
            <a:off x="5267387" y="1656263"/>
            <a:ext cx="1722434" cy="40458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100" b="1" dirty="0">
                <a:solidFill>
                  <a:schemeClr val="accent1"/>
                </a:solidFill>
                <a:latin typeface="+mj-lt"/>
                <a:ea typeface="Georgia" pitchFamily="34" charset="-122"/>
                <a:cs typeface="Georgia" pitchFamily="34" charset="-120"/>
              </a:rPr>
              <a:t>Readiness</a:t>
            </a:r>
            <a:endParaRPr lang="en-US" sz="2100" dirty="0">
              <a:solidFill>
                <a:schemeClr val="accent1"/>
              </a:solidFill>
              <a:latin typeface="+mj-lt"/>
            </a:endParaRPr>
          </a:p>
        </p:txBody>
      </p:sp>
      <p:sp>
        <p:nvSpPr>
          <p:cNvPr id="80" name="Text 10">
            <a:extLst>
              <a:ext uri="{FF2B5EF4-FFF2-40B4-BE49-F238E27FC236}">
                <a16:creationId xmlns:a16="http://schemas.microsoft.com/office/drawing/2014/main" id="{72C6B76C-050B-C89A-D4D5-1CBF0314E847}"/>
              </a:ext>
            </a:extLst>
          </p:cNvPr>
          <p:cNvSpPr/>
          <p:nvPr/>
        </p:nvSpPr>
        <p:spPr>
          <a:xfrm>
            <a:off x="5316470" y="1817361"/>
            <a:ext cx="1643626" cy="139561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Skill gap computed </a:t>
            </a:r>
          </a:p>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Learning trigger defined </a:t>
            </a:r>
          </a:p>
          <a:p>
            <a:pPr marL="171450" indent="-171450">
              <a:buFont typeface="Arial" panose="020B0604020202020204" pitchFamily="34" charset="0"/>
              <a:buChar char="•"/>
            </a:pPr>
            <a:r>
              <a:rPr lang="en-US" sz="1200" b="1" dirty="0">
                <a:solidFill>
                  <a:schemeClr val="accent1"/>
                </a:solidFill>
                <a:ea typeface="Calibri" pitchFamily="34" charset="-122"/>
                <a:cs typeface="Calibri" pitchFamily="34" charset="-120"/>
              </a:rPr>
              <a:t>Normalized readiness score </a:t>
            </a:r>
            <a:endParaRPr lang="en-US" sz="1200" b="1" dirty="0">
              <a:solidFill>
                <a:schemeClr val="accent1"/>
              </a:solidFill>
            </a:endParaRPr>
          </a:p>
        </p:txBody>
      </p:sp>
      <p:sp>
        <p:nvSpPr>
          <p:cNvPr id="81" name="Text 9">
            <a:extLst>
              <a:ext uri="{FF2B5EF4-FFF2-40B4-BE49-F238E27FC236}">
                <a16:creationId xmlns:a16="http://schemas.microsoft.com/office/drawing/2014/main" id="{933AD6B3-6E6C-1142-1782-EC4F5C4BBC28}"/>
              </a:ext>
            </a:extLst>
          </p:cNvPr>
          <p:cNvSpPr/>
          <p:nvPr/>
        </p:nvSpPr>
        <p:spPr>
          <a:xfrm>
            <a:off x="7369120" y="1673345"/>
            <a:ext cx="1643626" cy="40458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chemeClr val="accent1"/>
                </a:solidFill>
                <a:latin typeface="+mj-lt"/>
                <a:ea typeface="Georgia" pitchFamily="34" charset="-122"/>
                <a:cs typeface="Georgia" pitchFamily="34" charset="-120"/>
              </a:rPr>
              <a:t>UI Build</a:t>
            </a:r>
            <a:endParaRPr lang="en-US" sz="2400" dirty="0">
              <a:solidFill>
                <a:schemeClr val="accent1"/>
              </a:solidFill>
              <a:latin typeface="+mj-lt"/>
            </a:endParaRPr>
          </a:p>
        </p:txBody>
      </p:sp>
      <p:sp>
        <p:nvSpPr>
          <p:cNvPr id="82" name="Text 10">
            <a:extLst>
              <a:ext uri="{FF2B5EF4-FFF2-40B4-BE49-F238E27FC236}">
                <a16:creationId xmlns:a16="http://schemas.microsoft.com/office/drawing/2014/main" id="{555C2BAE-A0C9-5443-7CDE-3ED17C9D4B38}"/>
              </a:ext>
            </a:extLst>
          </p:cNvPr>
          <p:cNvSpPr/>
          <p:nvPr/>
        </p:nvSpPr>
        <p:spPr>
          <a:xfrm>
            <a:off x="7332694" y="1889369"/>
            <a:ext cx="1643626" cy="139561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Chat &amp; Prompt chips for user</a:t>
            </a:r>
          </a:p>
          <a:p>
            <a:pPr marL="171450" indent="-171450">
              <a:buFont typeface="Arial" panose="020B0604020202020204" pitchFamily="34" charset="0"/>
              <a:buChar char="•"/>
            </a:pPr>
            <a:r>
              <a:rPr lang="en-US" sz="1200" b="1" dirty="0">
                <a:solidFill>
                  <a:schemeClr val="accent1"/>
                </a:solidFill>
                <a:ea typeface="Calibri" pitchFamily="34" charset="-122"/>
                <a:cs typeface="Calibri" pitchFamily="34" charset="-120"/>
              </a:rPr>
              <a:t>Dashboard </a:t>
            </a:r>
            <a:r>
              <a:rPr lang="en-US" sz="1200" dirty="0">
                <a:solidFill>
                  <a:schemeClr val="accent1"/>
                </a:solidFill>
                <a:ea typeface="Calibri" pitchFamily="34" charset="-122"/>
                <a:cs typeface="Calibri" pitchFamily="34" charset="-120"/>
              </a:rPr>
              <a:t>view built </a:t>
            </a:r>
          </a:p>
          <a:p>
            <a:pPr marL="171450" indent="-171450">
              <a:buFont typeface="Arial" panose="020B0604020202020204" pitchFamily="34" charset="0"/>
              <a:buChar char="•"/>
            </a:pPr>
            <a:r>
              <a:rPr lang="en-US" sz="1200" b="1" dirty="0">
                <a:solidFill>
                  <a:schemeClr val="accent1"/>
                </a:solidFill>
                <a:ea typeface="Calibri" pitchFamily="34" charset="-122"/>
                <a:cs typeface="Calibri" pitchFamily="34" charset="-120"/>
              </a:rPr>
              <a:t>Manager view </a:t>
            </a:r>
            <a:r>
              <a:rPr lang="en-US" sz="1200" dirty="0">
                <a:solidFill>
                  <a:schemeClr val="accent1"/>
                </a:solidFill>
                <a:ea typeface="Calibri" pitchFamily="34" charset="-122"/>
                <a:cs typeface="Calibri" pitchFamily="34" charset="-120"/>
              </a:rPr>
              <a:t>framework</a:t>
            </a:r>
            <a:endParaRPr lang="en-US" sz="1200" dirty="0">
              <a:solidFill>
                <a:schemeClr val="accent1"/>
              </a:solidFill>
            </a:endParaRPr>
          </a:p>
        </p:txBody>
      </p:sp>
      <p:sp>
        <p:nvSpPr>
          <p:cNvPr id="83" name="Text 9">
            <a:extLst>
              <a:ext uri="{FF2B5EF4-FFF2-40B4-BE49-F238E27FC236}">
                <a16:creationId xmlns:a16="http://schemas.microsoft.com/office/drawing/2014/main" id="{5C81F0BE-9ABB-C5CB-E849-31A4BD71DA45}"/>
              </a:ext>
            </a:extLst>
          </p:cNvPr>
          <p:cNvSpPr/>
          <p:nvPr/>
        </p:nvSpPr>
        <p:spPr>
          <a:xfrm>
            <a:off x="9336360" y="1671920"/>
            <a:ext cx="1643626" cy="40458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chemeClr val="accent1"/>
                </a:solidFill>
                <a:latin typeface="+mj-lt"/>
                <a:ea typeface="Georgia" pitchFamily="34" charset="-122"/>
                <a:cs typeface="Georgia" pitchFamily="34" charset="-120"/>
              </a:rPr>
              <a:t>Integration</a:t>
            </a:r>
            <a:endParaRPr lang="en-US" sz="2400" dirty="0">
              <a:solidFill>
                <a:schemeClr val="accent1"/>
              </a:solidFill>
              <a:latin typeface="+mj-lt"/>
            </a:endParaRPr>
          </a:p>
        </p:txBody>
      </p:sp>
      <p:sp>
        <p:nvSpPr>
          <p:cNvPr id="84" name="Text 10">
            <a:extLst>
              <a:ext uri="{FF2B5EF4-FFF2-40B4-BE49-F238E27FC236}">
                <a16:creationId xmlns:a16="http://schemas.microsoft.com/office/drawing/2014/main" id="{0C229456-BC90-6970-051F-B9DC18A7DC07}"/>
              </a:ext>
            </a:extLst>
          </p:cNvPr>
          <p:cNvSpPr/>
          <p:nvPr/>
        </p:nvSpPr>
        <p:spPr>
          <a:xfrm>
            <a:off x="9336360" y="1916832"/>
            <a:ext cx="1643626" cy="139561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Agentic AI </a:t>
            </a:r>
            <a:r>
              <a:rPr lang="en-US" sz="1200" b="1" dirty="0">
                <a:solidFill>
                  <a:schemeClr val="accent1"/>
                </a:solidFill>
                <a:ea typeface="Calibri" pitchFamily="34" charset="-122"/>
                <a:cs typeface="Calibri" pitchFamily="34" charset="-120"/>
              </a:rPr>
              <a:t>orchestration flow</a:t>
            </a:r>
          </a:p>
          <a:p>
            <a:pPr marL="171450" indent="-171450">
              <a:buFont typeface="Arial" panose="020B0604020202020204" pitchFamily="34" charset="0"/>
              <a:buChar char="•"/>
            </a:pPr>
            <a:r>
              <a:rPr lang="en-US" sz="1200" dirty="0">
                <a:solidFill>
                  <a:schemeClr val="accent1"/>
                </a:solidFill>
                <a:ea typeface="Calibri" pitchFamily="34" charset="-122"/>
                <a:cs typeface="Calibri" pitchFamily="34" charset="-120"/>
              </a:rPr>
              <a:t>Data retrieval and routing </a:t>
            </a:r>
          </a:p>
          <a:p>
            <a:pPr marL="171450" indent="-171450">
              <a:buFont typeface="Arial" panose="020B0604020202020204" pitchFamily="34" charset="0"/>
              <a:buChar char="•"/>
            </a:pPr>
            <a:r>
              <a:rPr lang="en-US" sz="1200" b="1" dirty="0">
                <a:solidFill>
                  <a:schemeClr val="accent1"/>
                </a:solidFill>
                <a:ea typeface="Calibri" pitchFamily="34" charset="-122"/>
                <a:cs typeface="Calibri" pitchFamily="34" charset="-120"/>
              </a:rPr>
              <a:t>Readiness tracking dashboards </a:t>
            </a:r>
            <a:endParaRPr lang="en-US" sz="1200" b="1" dirty="0">
              <a:solidFill>
                <a:schemeClr val="accent1"/>
              </a:solidFill>
            </a:endParaRPr>
          </a:p>
        </p:txBody>
      </p:sp>
      <p:pic>
        <p:nvPicPr>
          <p:cNvPr id="18" name="Graphic 17" descr="Magnifying glass with solid fill">
            <a:extLst>
              <a:ext uri="{FF2B5EF4-FFF2-40B4-BE49-F238E27FC236}">
                <a16:creationId xmlns:a16="http://schemas.microsoft.com/office/drawing/2014/main" id="{432181F1-D871-DAD8-DB05-DE8DFB4939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75520" y="3927389"/>
            <a:ext cx="545702" cy="545702"/>
          </a:xfrm>
          <a:prstGeom prst="rect">
            <a:avLst/>
          </a:prstGeom>
        </p:spPr>
      </p:pic>
      <p:pic>
        <p:nvPicPr>
          <p:cNvPr id="26" name="Graphic 25" descr="Paper with solid fill">
            <a:extLst>
              <a:ext uri="{FF2B5EF4-FFF2-40B4-BE49-F238E27FC236}">
                <a16:creationId xmlns:a16="http://schemas.microsoft.com/office/drawing/2014/main" id="{808386C8-60E9-CF35-A55F-356876BE5A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7931" y="3915542"/>
            <a:ext cx="569395" cy="569395"/>
          </a:xfrm>
          <a:prstGeom prst="rect">
            <a:avLst/>
          </a:prstGeom>
        </p:spPr>
      </p:pic>
      <p:pic>
        <p:nvPicPr>
          <p:cNvPr id="28" name="Graphic 27" descr="Calligraphy Pen with solid fill">
            <a:extLst>
              <a:ext uri="{FF2B5EF4-FFF2-40B4-BE49-F238E27FC236}">
                <a16:creationId xmlns:a16="http://schemas.microsoft.com/office/drawing/2014/main" id="{D9D134EA-9B7E-2457-C2B5-26E4BD0749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51386" y="3912320"/>
            <a:ext cx="489228" cy="489228"/>
          </a:xfrm>
          <a:prstGeom prst="rect">
            <a:avLst/>
          </a:prstGeom>
        </p:spPr>
      </p:pic>
      <p:pic>
        <p:nvPicPr>
          <p:cNvPr id="30" name="Graphic 29" descr="Web design with solid fill">
            <a:extLst>
              <a:ext uri="{FF2B5EF4-FFF2-40B4-BE49-F238E27FC236}">
                <a16:creationId xmlns:a16="http://schemas.microsoft.com/office/drawing/2014/main" id="{96A62058-6264-5532-CA99-D15F106891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25900" y="3898887"/>
            <a:ext cx="586050" cy="586050"/>
          </a:xfrm>
          <a:prstGeom prst="rect">
            <a:avLst/>
          </a:prstGeom>
        </p:spPr>
      </p:pic>
      <p:pic>
        <p:nvPicPr>
          <p:cNvPr id="38" name="Graphic 37" descr="Bar graph with upward trend with solid fill">
            <a:extLst>
              <a:ext uri="{FF2B5EF4-FFF2-40B4-BE49-F238E27FC236}">
                <a16:creationId xmlns:a16="http://schemas.microsoft.com/office/drawing/2014/main" id="{B20C1C87-D0D7-301A-994D-BF1ACE3F8C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57149" y="3915540"/>
            <a:ext cx="569398" cy="569398"/>
          </a:xfrm>
          <a:prstGeom prst="rect">
            <a:avLst/>
          </a:prstGeom>
        </p:spPr>
      </p:pic>
    </p:spTree>
    <p:extLst>
      <p:ext uri="{BB962C8B-B14F-4D97-AF65-F5344CB8AC3E}">
        <p14:creationId xmlns:p14="http://schemas.microsoft.com/office/powerpoint/2010/main" val="2646220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FD31A5-64C6-63C4-4897-84ADE83EF397}"/>
              </a:ext>
            </a:extLst>
          </p:cNvPr>
          <p:cNvSpPr>
            <a:spLocks noGrp="1"/>
          </p:cNvSpPr>
          <p:nvPr>
            <p:ph type="ftr" sz="quarter" idx="29"/>
          </p:nvPr>
        </p:nvSpPr>
        <p:spPr/>
        <p:txBody>
          <a:bodyPr/>
          <a:lstStyle/>
          <a:p>
            <a:pPr>
              <a:spcBef>
                <a:spcPts val="1000"/>
              </a:spcBef>
              <a:buFont typeface="Arial" panose="020B0604020202020204" pitchFamily="34" charset="0"/>
              <a:buNone/>
            </a:pPr>
            <a:r>
              <a:rPr lang="en-US" dirty="0"/>
              <a:t>Presentation Title | Author | Date</a:t>
            </a:r>
          </a:p>
        </p:txBody>
      </p:sp>
      <p:sp>
        <p:nvSpPr>
          <p:cNvPr id="5" name="Slide Number Placeholder 4">
            <a:extLst>
              <a:ext uri="{FF2B5EF4-FFF2-40B4-BE49-F238E27FC236}">
                <a16:creationId xmlns:a16="http://schemas.microsoft.com/office/drawing/2014/main" id="{F18E6A3A-0E4C-AA6E-EBCD-AA3EF68EB0F6}"/>
              </a:ext>
            </a:extLst>
          </p:cNvPr>
          <p:cNvSpPr>
            <a:spLocks noGrp="1"/>
          </p:cNvSpPr>
          <p:nvPr>
            <p:ph type="sldNum" sz="quarter" idx="30"/>
          </p:nvPr>
        </p:nvSpPr>
        <p:spPr/>
        <p:txBody>
          <a:bodyPr/>
          <a:lstStyle/>
          <a:p>
            <a:pPr algn="r"/>
            <a:fld id="{5D9A5160-6218-4E5A-B9E6-B93E3DAE377C}" type="slidenum">
              <a:rPr lang="en-US" smtClean="0"/>
              <a:pPr algn="r"/>
              <a:t>9</a:t>
            </a:fld>
            <a:endParaRPr lang="en-US"/>
          </a:p>
        </p:txBody>
      </p:sp>
      <p:sp>
        <p:nvSpPr>
          <p:cNvPr id="6" name="Title 5">
            <a:extLst>
              <a:ext uri="{FF2B5EF4-FFF2-40B4-BE49-F238E27FC236}">
                <a16:creationId xmlns:a16="http://schemas.microsoft.com/office/drawing/2014/main" id="{1E0EB315-EC0E-F332-0E73-02F7A4C4B631}"/>
              </a:ext>
            </a:extLst>
          </p:cNvPr>
          <p:cNvSpPr>
            <a:spLocks noGrp="1"/>
          </p:cNvSpPr>
          <p:nvPr>
            <p:ph type="title"/>
          </p:nvPr>
        </p:nvSpPr>
        <p:spPr>
          <a:xfrm>
            <a:off x="665801" y="-27384"/>
            <a:ext cx="11090938" cy="930372"/>
          </a:xfrm>
        </p:spPr>
        <p:txBody>
          <a:bodyPr/>
          <a:lstStyle/>
          <a:p>
            <a:r>
              <a:rPr lang="en-US" dirty="0"/>
              <a:t>Launching </a:t>
            </a:r>
            <a:r>
              <a:rPr lang="en-US" dirty="0" err="1"/>
              <a:t>Ascendra</a:t>
            </a:r>
            <a:r>
              <a:rPr lang="en-US" dirty="0"/>
              <a:t> : </a:t>
            </a:r>
            <a:r>
              <a:rPr lang="en-US" i="1" dirty="0"/>
              <a:t>the L&amp;D Intelligence Platform</a:t>
            </a:r>
            <a:r>
              <a:rPr lang="en-US" dirty="0"/>
              <a:t> </a:t>
            </a:r>
          </a:p>
        </p:txBody>
      </p:sp>
      <p:sp>
        <p:nvSpPr>
          <p:cNvPr id="3" name="Date Placeholder 2">
            <a:extLst>
              <a:ext uri="{FF2B5EF4-FFF2-40B4-BE49-F238E27FC236}">
                <a16:creationId xmlns:a16="http://schemas.microsoft.com/office/drawing/2014/main" id="{03F94B30-463C-DFBA-6CC9-4A9EDB50BA21}"/>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2" name="Freeform 12">
            <a:extLst>
              <a:ext uri="{FF2B5EF4-FFF2-40B4-BE49-F238E27FC236}">
                <a16:creationId xmlns:a16="http://schemas.microsoft.com/office/drawing/2014/main" id="{15C6F73D-9018-1956-9ABE-357B3C47E197}"/>
              </a:ext>
            </a:extLst>
          </p:cNvPr>
          <p:cNvSpPr/>
          <p:nvPr/>
        </p:nvSpPr>
        <p:spPr>
          <a:xfrm>
            <a:off x="5747980" y="2511992"/>
            <a:ext cx="1947276" cy="2446852"/>
          </a:xfrm>
          <a:custGeom>
            <a:avLst/>
            <a:gdLst>
              <a:gd name="connsiteX0" fmla="*/ 145196 w 313446"/>
              <a:gd name="connsiteY0" fmla="*/ 1766 h 390386"/>
              <a:gd name="connsiteX1" fmla="*/ 108652 w 313446"/>
              <a:gd name="connsiteY1" fmla="*/ 20167 h 390386"/>
              <a:gd name="connsiteX2" fmla="*/ 0 w 313446"/>
              <a:gd name="connsiteY2" fmla="*/ 390386 h 390386"/>
              <a:gd name="connsiteX3" fmla="*/ 313447 w 313446"/>
              <a:gd name="connsiteY3" fmla="*/ 118794 h 390386"/>
              <a:gd name="connsiteX4" fmla="*/ 145441 w 313446"/>
              <a:gd name="connsiteY4" fmla="*/ 1766 h 390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446" h="390386">
                <a:moveTo>
                  <a:pt x="145196" y="1766"/>
                </a:moveTo>
                <a:cubicBezTo>
                  <a:pt x="129990" y="-3876"/>
                  <a:pt x="113312" y="4465"/>
                  <a:pt x="108652" y="20167"/>
                </a:cubicBezTo>
                <a:lnTo>
                  <a:pt x="0" y="390386"/>
                </a:lnTo>
                <a:lnTo>
                  <a:pt x="313447" y="118794"/>
                </a:lnTo>
                <a:cubicBezTo>
                  <a:pt x="268564" y="67027"/>
                  <a:pt x="210927" y="26301"/>
                  <a:pt x="145441" y="1766"/>
                </a:cubicBezTo>
                <a:close/>
              </a:path>
            </a:pathLst>
          </a:custGeom>
          <a:solidFill>
            <a:schemeClr val="bg1">
              <a:alpha val="20000"/>
            </a:schemeClr>
          </a:solidFill>
          <a:ln w="2453" cap="flat">
            <a:noFill/>
            <a:prstDash val="solid"/>
            <a:miter/>
          </a:ln>
        </p:spPr>
        <p:txBody>
          <a:bodyPr rtlCol="0" anchor="ctr"/>
          <a:lstStyle/>
          <a:p>
            <a:endParaRPr lang="en-US" sz="1350"/>
          </a:p>
        </p:txBody>
      </p:sp>
      <p:sp>
        <p:nvSpPr>
          <p:cNvPr id="63" name="Freeform 13">
            <a:extLst>
              <a:ext uri="{FF2B5EF4-FFF2-40B4-BE49-F238E27FC236}">
                <a16:creationId xmlns:a16="http://schemas.microsoft.com/office/drawing/2014/main" id="{10ADB280-A355-CF40-554A-E1474BD5E2F7}"/>
              </a:ext>
            </a:extLst>
          </p:cNvPr>
          <p:cNvSpPr/>
          <p:nvPr/>
        </p:nvSpPr>
        <p:spPr>
          <a:xfrm>
            <a:off x="5065757" y="2340849"/>
            <a:ext cx="1407499" cy="2600319"/>
          </a:xfrm>
          <a:custGeom>
            <a:avLst/>
            <a:gdLst>
              <a:gd name="connsiteX0" fmla="*/ 109815 w 226560"/>
              <a:gd name="connsiteY0" fmla="*/ 0 h 414871"/>
              <a:gd name="connsiteX1" fmla="*/ 22256 w 226560"/>
              <a:gd name="connsiteY1" fmla="*/ 9323 h 414871"/>
              <a:gd name="connsiteX2" fmla="*/ 1163 w 226560"/>
              <a:gd name="connsiteY2" fmla="*/ 44897 h 414871"/>
              <a:gd name="connsiteX3" fmla="*/ 109815 w 226560"/>
              <a:gd name="connsiteY3" fmla="*/ 414872 h 414871"/>
              <a:gd name="connsiteX4" fmla="*/ 226560 w 226560"/>
              <a:gd name="connsiteY4" fmla="*/ 16929 h 414871"/>
              <a:gd name="connsiteX5" fmla="*/ 109815 w 226560"/>
              <a:gd name="connsiteY5" fmla="*/ 245 h 414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560" h="414871">
                <a:moveTo>
                  <a:pt x="109815" y="0"/>
                </a:moveTo>
                <a:cubicBezTo>
                  <a:pt x="79893" y="0"/>
                  <a:pt x="50461" y="3189"/>
                  <a:pt x="22256" y="9323"/>
                </a:cubicBezTo>
                <a:cubicBezTo>
                  <a:pt x="6314" y="12758"/>
                  <a:pt x="-3497" y="29196"/>
                  <a:pt x="1163" y="44897"/>
                </a:cubicBezTo>
                <a:lnTo>
                  <a:pt x="109815" y="414872"/>
                </a:lnTo>
                <a:lnTo>
                  <a:pt x="226560" y="16929"/>
                </a:lnTo>
                <a:cubicBezTo>
                  <a:pt x="189525" y="6134"/>
                  <a:pt x="150283" y="245"/>
                  <a:pt x="109815" y="245"/>
                </a:cubicBezTo>
                <a:close/>
              </a:path>
            </a:pathLst>
          </a:custGeom>
          <a:solidFill>
            <a:schemeClr val="bg1">
              <a:alpha val="20000"/>
            </a:schemeClr>
          </a:solidFill>
          <a:ln w="2453" cap="flat">
            <a:noFill/>
            <a:prstDash val="solid"/>
            <a:miter/>
          </a:ln>
        </p:spPr>
        <p:txBody>
          <a:bodyPr rtlCol="0" anchor="ctr"/>
          <a:lstStyle/>
          <a:p>
            <a:endParaRPr lang="en-US" sz="1350"/>
          </a:p>
        </p:txBody>
      </p:sp>
      <p:sp>
        <p:nvSpPr>
          <p:cNvPr id="64" name="Freeform 14">
            <a:extLst>
              <a:ext uri="{FF2B5EF4-FFF2-40B4-BE49-F238E27FC236}">
                <a16:creationId xmlns:a16="http://schemas.microsoft.com/office/drawing/2014/main" id="{584D854B-89FE-79E4-6A38-137491B52402}"/>
              </a:ext>
            </a:extLst>
          </p:cNvPr>
          <p:cNvSpPr/>
          <p:nvPr/>
        </p:nvSpPr>
        <p:spPr>
          <a:xfrm>
            <a:off x="5747980" y="3334381"/>
            <a:ext cx="2549135" cy="1624456"/>
          </a:xfrm>
          <a:custGeom>
            <a:avLst/>
            <a:gdLst>
              <a:gd name="connsiteX0" fmla="*/ 332578 w 410325"/>
              <a:gd name="connsiteY0" fmla="*/ 11383 h 259176"/>
              <a:gd name="connsiteX1" fmla="*/ 291128 w 410325"/>
              <a:gd name="connsiteY1" fmla="*/ 6966 h 259176"/>
              <a:gd name="connsiteX2" fmla="*/ 0 w 410325"/>
              <a:gd name="connsiteY2" fmla="*/ 259177 h 259176"/>
              <a:gd name="connsiteX3" fmla="*/ 410326 w 410325"/>
              <a:gd name="connsiteY3" fmla="*/ 200050 h 259176"/>
              <a:gd name="connsiteX4" fmla="*/ 332332 w 410325"/>
              <a:gd name="connsiteY4" fmla="*/ 11137 h 2591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325" h="259176">
                <a:moveTo>
                  <a:pt x="332578" y="11383"/>
                </a:moveTo>
                <a:cubicBezTo>
                  <a:pt x="322767" y="-1866"/>
                  <a:pt x="303636" y="-3829"/>
                  <a:pt x="291128" y="6966"/>
                </a:cubicBezTo>
                <a:lnTo>
                  <a:pt x="0" y="259177"/>
                </a:lnTo>
                <a:lnTo>
                  <a:pt x="410326" y="200050"/>
                </a:lnTo>
                <a:cubicBezTo>
                  <a:pt x="400270" y="129882"/>
                  <a:pt x="372801" y="65358"/>
                  <a:pt x="332332" y="11137"/>
                </a:cubicBezTo>
                <a:close/>
              </a:path>
            </a:pathLst>
          </a:custGeom>
          <a:solidFill>
            <a:schemeClr val="bg1">
              <a:alpha val="20000"/>
            </a:schemeClr>
          </a:solidFill>
          <a:ln w="2453" cap="flat">
            <a:noFill/>
            <a:prstDash val="solid"/>
            <a:miter/>
          </a:ln>
        </p:spPr>
        <p:txBody>
          <a:bodyPr rtlCol="0" anchor="ctr"/>
          <a:lstStyle/>
          <a:p>
            <a:endParaRPr lang="en-US" sz="1350"/>
          </a:p>
        </p:txBody>
      </p:sp>
      <p:sp>
        <p:nvSpPr>
          <p:cNvPr id="65" name="Freeform 15">
            <a:extLst>
              <a:ext uri="{FF2B5EF4-FFF2-40B4-BE49-F238E27FC236}">
                <a16:creationId xmlns:a16="http://schemas.microsoft.com/office/drawing/2014/main" id="{2DEFBA97-B208-EB92-DEAA-30AD3F0B480C}"/>
              </a:ext>
            </a:extLst>
          </p:cNvPr>
          <p:cNvSpPr/>
          <p:nvPr/>
        </p:nvSpPr>
        <p:spPr>
          <a:xfrm>
            <a:off x="5749503" y="4612725"/>
            <a:ext cx="2575040" cy="1425612"/>
          </a:xfrm>
          <a:custGeom>
            <a:avLst/>
            <a:gdLst>
              <a:gd name="connsiteX0" fmla="*/ 413514 w 414495"/>
              <a:gd name="connsiteY0" fmla="*/ 26272 h 227451"/>
              <a:gd name="connsiteX1" fmla="*/ 381385 w 414495"/>
              <a:gd name="connsiteY1" fmla="*/ 266 h 227451"/>
              <a:gd name="connsiteX2" fmla="*/ 0 w 414495"/>
              <a:gd name="connsiteY2" fmla="*/ 55223 h 227451"/>
              <a:gd name="connsiteX3" fmla="*/ 377215 w 414495"/>
              <a:gd name="connsiteY3" fmla="*/ 227452 h 227451"/>
              <a:gd name="connsiteX4" fmla="*/ 414495 w 414495"/>
              <a:gd name="connsiteY4" fmla="*/ 55223 h 227451"/>
              <a:gd name="connsiteX5" fmla="*/ 413514 w 414495"/>
              <a:gd name="connsiteY5" fmla="*/ 26272 h 227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495" h="227451">
                <a:moveTo>
                  <a:pt x="413514" y="26272"/>
                </a:moveTo>
                <a:cubicBezTo>
                  <a:pt x="412288" y="9834"/>
                  <a:pt x="397572" y="-1942"/>
                  <a:pt x="381385" y="266"/>
                </a:cubicBezTo>
                <a:lnTo>
                  <a:pt x="0" y="55223"/>
                </a:lnTo>
                <a:lnTo>
                  <a:pt x="377215" y="227452"/>
                </a:lnTo>
                <a:cubicBezTo>
                  <a:pt x="401251" y="174949"/>
                  <a:pt x="414495" y="116558"/>
                  <a:pt x="414495" y="55223"/>
                </a:cubicBezTo>
                <a:cubicBezTo>
                  <a:pt x="414495" y="-6113"/>
                  <a:pt x="414250" y="35841"/>
                  <a:pt x="413514" y="26272"/>
                </a:cubicBezTo>
                <a:close/>
              </a:path>
            </a:pathLst>
          </a:custGeom>
          <a:solidFill>
            <a:schemeClr val="bg1">
              <a:alpha val="20000"/>
            </a:schemeClr>
          </a:solidFill>
          <a:ln w="2453" cap="flat">
            <a:noFill/>
            <a:prstDash val="solid"/>
            <a:miter/>
          </a:ln>
        </p:spPr>
        <p:txBody>
          <a:bodyPr rtlCol="0" anchor="ctr"/>
          <a:lstStyle/>
          <a:p>
            <a:endParaRPr lang="en-US" sz="1350" dirty="0"/>
          </a:p>
        </p:txBody>
      </p:sp>
      <p:sp>
        <p:nvSpPr>
          <p:cNvPr id="66" name="Freeform 16">
            <a:extLst>
              <a:ext uri="{FF2B5EF4-FFF2-40B4-BE49-F238E27FC236}">
                <a16:creationId xmlns:a16="http://schemas.microsoft.com/office/drawing/2014/main" id="{B056A19A-E86C-BDE6-C0B1-4657A3601C85}"/>
              </a:ext>
            </a:extLst>
          </p:cNvPr>
          <p:cNvSpPr/>
          <p:nvPr/>
        </p:nvSpPr>
        <p:spPr>
          <a:xfrm>
            <a:off x="3172935" y="4589784"/>
            <a:ext cx="2575040" cy="1390939"/>
          </a:xfrm>
          <a:custGeom>
            <a:avLst/>
            <a:gdLst>
              <a:gd name="connsiteX0" fmla="*/ 4169 w 414495"/>
              <a:gd name="connsiteY0" fmla="*/ 0 h 221919"/>
              <a:gd name="connsiteX1" fmla="*/ 0 w 414495"/>
              <a:gd name="connsiteY1" fmla="*/ 59127 h 221919"/>
              <a:gd name="connsiteX2" fmla="*/ 25753 w 414495"/>
              <a:gd name="connsiteY2" fmla="*/ 203633 h 221919"/>
              <a:gd name="connsiteX3" fmla="*/ 63769 w 414495"/>
              <a:gd name="connsiteY3" fmla="*/ 219335 h 221919"/>
              <a:gd name="connsiteX4" fmla="*/ 414495 w 414495"/>
              <a:gd name="connsiteY4" fmla="*/ 59127 h 221919"/>
              <a:gd name="connsiteX5" fmla="*/ 4169 w 414495"/>
              <a:gd name="connsiteY5" fmla="*/ 0 h 22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495" h="221919">
                <a:moveTo>
                  <a:pt x="4169" y="0"/>
                </a:moveTo>
                <a:cubicBezTo>
                  <a:pt x="1472" y="19382"/>
                  <a:pt x="0" y="39009"/>
                  <a:pt x="0" y="59127"/>
                </a:cubicBezTo>
                <a:cubicBezTo>
                  <a:pt x="0" y="109913"/>
                  <a:pt x="9075" y="158490"/>
                  <a:pt x="25753" y="203633"/>
                </a:cubicBezTo>
                <a:cubicBezTo>
                  <a:pt x="31394" y="218844"/>
                  <a:pt x="49053" y="226204"/>
                  <a:pt x="63769" y="219335"/>
                </a:cubicBezTo>
                <a:lnTo>
                  <a:pt x="414495" y="59127"/>
                </a:lnTo>
                <a:lnTo>
                  <a:pt x="4169" y="0"/>
                </a:lnTo>
                <a:close/>
              </a:path>
            </a:pathLst>
          </a:custGeom>
          <a:solidFill>
            <a:schemeClr val="bg1">
              <a:alpha val="20000"/>
            </a:schemeClr>
          </a:solidFill>
          <a:ln w="2453" cap="flat">
            <a:noFill/>
            <a:prstDash val="solid"/>
            <a:miter/>
          </a:ln>
        </p:spPr>
        <p:txBody>
          <a:bodyPr rtlCol="0" anchor="ctr"/>
          <a:lstStyle/>
          <a:p>
            <a:endParaRPr lang="en-US" sz="1350"/>
          </a:p>
        </p:txBody>
      </p:sp>
      <p:sp>
        <p:nvSpPr>
          <p:cNvPr id="67" name="Freeform 17">
            <a:extLst>
              <a:ext uri="{FF2B5EF4-FFF2-40B4-BE49-F238E27FC236}">
                <a16:creationId xmlns:a16="http://schemas.microsoft.com/office/drawing/2014/main" id="{3ED779C8-4997-4067-2A4A-9A25880F8350}"/>
              </a:ext>
            </a:extLst>
          </p:cNvPr>
          <p:cNvSpPr/>
          <p:nvPr/>
        </p:nvSpPr>
        <p:spPr>
          <a:xfrm>
            <a:off x="3228393" y="3256566"/>
            <a:ext cx="2519582" cy="1702278"/>
          </a:xfrm>
          <a:custGeom>
            <a:avLst/>
            <a:gdLst>
              <a:gd name="connsiteX0" fmla="*/ 92367 w 405568"/>
              <a:gd name="connsiteY0" fmla="*/ 0 h 271592"/>
              <a:gd name="connsiteX1" fmla="*/ 638 w 405568"/>
              <a:gd name="connsiteY1" fmla="*/ 183024 h 271592"/>
              <a:gd name="connsiteX2" fmla="*/ 23939 w 405568"/>
              <a:gd name="connsiteY2" fmla="*/ 216636 h 271592"/>
              <a:gd name="connsiteX3" fmla="*/ 405569 w 405568"/>
              <a:gd name="connsiteY3" fmla="*/ 271592 h 271592"/>
              <a:gd name="connsiteX4" fmla="*/ 92122 w 405568"/>
              <a:gd name="connsiteY4" fmla="*/ 0 h 271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5568" h="271592">
                <a:moveTo>
                  <a:pt x="92367" y="0"/>
                </a:moveTo>
                <a:cubicBezTo>
                  <a:pt x="47730" y="51522"/>
                  <a:pt x="15600" y="114084"/>
                  <a:pt x="638" y="183024"/>
                </a:cubicBezTo>
                <a:cubicBezTo>
                  <a:pt x="-2795" y="198972"/>
                  <a:pt x="7996" y="214428"/>
                  <a:pt x="23939" y="216636"/>
                </a:cubicBezTo>
                <a:lnTo>
                  <a:pt x="405569" y="271592"/>
                </a:lnTo>
                <a:lnTo>
                  <a:pt x="92122" y="0"/>
                </a:lnTo>
                <a:close/>
              </a:path>
            </a:pathLst>
          </a:custGeom>
          <a:solidFill>
            <a:schemeClr val="bg1">
              <a:alpha val="20000"/>
            </a:schemeClr>
          </a:solidFill>
          <a:ln w="2453" cap="flat">
            <a:noFill/>
            <a:prstDash val="solid"/>
            <a:miter/>
          </a:ln>
        </p:spPr>
        <p:txBody>
          <a:bodyPr rtlCol="0" anchor="ctr"/>
          <a:lstStyle/>
          <a:p>
            <a:endParaRPr lang="en-US" sz="1350" dirty="0"/>
          </a:p>
        </p:txBody>
      </p:sp>
      <p:sp>
        <p:nvSpPr>
          <p:cNvPr id="68" name="Freeform 18">
            <a:extLst>
              <a:ext uri="{FF2B5EF4-FFF2-40B4-BE49-F238E27FC236}">
                <a16:creationId xmlns:a16="http://schemas.microsoft.com/office/drawing/2014/main" id="{84AAA012-F296-2E7B-6C76-CA6F66E5CB0A}"/>
              </a:ext>
            </a:extLst>
          </p:cNvPr>
          <p:cNvSpPr/>
          <p:nvPr/>
        </p:nvSpPr>
        <p:spPr>
          <a:xfrm>
            <a:off x="3877714" y="2464626"/>
            <a:ext cx="1870259" cy="2495753"/>
          </a:xfrm>
          <a:custGeom>
            <a:avLst/>
            <a:gdLst>
              <a:gd name="connsiteX0" fmla="*/ 184304 w 301049"/>
              <a:gd name="connsiteY0" fmla="*/ 0 h 398188"/>
              <a:gd name="connsiteX1" fmla="*/ 8205 w 301049"/>
              <a:gd name="connsiteY1" fmla="*/ 104515 h 398188"/>
              <a:gd name="connsiteX2" fmla="*/ 9676 w 301049"/>
              <a:gd name="connsiteY2" fmla="*/ 145487 h 398188"/>
              <a:gd name="connsiteX3" fmla="*/ 301050 w 301049"/>
              <a:gd name="connsiteY3" fmla="*/ 398188 h 398188"/>
              <a:gd name="connsiteX4" fmla="*/ 184304 w 301049"/>
              <a:gd name="connsiteY4" fmla="*/ 245 h 398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049" h="398188">
                <a:moveTo>
                  <a:pt x="184304" y="0"/>
                </a:moveTo>
                <a:cubicBezTo>
                  <a:pt x="116856" y="19873"/>
                  <a:pt x="56522" y="56183"/>
                  <a:pt x="8205" y="104515"/>
                </a:cubicBezTo>
                <a:cubicBezTo>
                  <a:pt x="-3323" y="116046"/>
                  <a:pt x="-2587" y="134937"/>
                  <a:pt x="9676" y="145487"/>
                </a:cubicBezTo>
                <a:lnTo>
                  <a:pt x="301050" y="398188"/>
                </a:lnTo>
                <a:lnTo>
                  <a:pt x="184304" y="245"/>
                </a:lnTo>
                <a:close/>
              </a:path>
            </a:pathLst>
          </a:custGeom>
          <a:solidFill>
            <a:schemeClr val="bg1">
              <a:alpha val="20000"/>
            </a:schemeClr>
          </a:solidFill>
          <a:ln w="2453" cap="flat">
            <a:noFill/>
            <a:prstDash val="solid"/>
            <a:miter/>
          </a:ln>
        </p:spPr>
        <p:txBody>
          <a:bodyPr rtlCol="0" anchor="ctr"/>
          <a:lstStyle/>
          <a:p>
            <a:endParaRPr lang="en-US" sz="1350"/>
          </a:p>
        </p:txBody>
      </p:sp>
      <p:sp>
        <p:nvSpPr>
          <p:cNvPr id="69" name="Freeform 4">
            <a:extLst>
              <a:ext uri="{FF2B5EF4-FFF2-40B4-BE49-F238E27FC236}">
                <a16:creationId xmlns:a16="http://schemas.microsoft.com/office/drawing/2014/main" id="{2245A04B-A177-EBDA-1336-A224B641A6E3}"/>
              </a:ext>
            </a:extLst>
          </p:cNvPr>
          <p:cNvSpPr/>
          <p:nvPr/>
        </p:nvSpPr>
        <p:spPr>
          <a:xfrm>
            <a:off x="5749502" y="2442438"/>
            <a:ext cx="1948798" cy="2516405"/>
          </a:xfrm>
          <a:custGeom>
            <a:avLst/>
            <a:gdLst>
              <a:gd name="connsiteX0" fmla="*/ 313201 w 313691"/>
              <a:gd name="connsiteY0" fmla="*/ 129891 h 401483"/>
              <a:gd name="connsiteX1" fmla="*/ 143479 w 313691"/>
              <a:gd name="connsiteY1" fmla="*/ 23904 h 401483"/>
              <a:gd name="connsiteX2" fmla="*/ 133914 w 313691"/>
              <a:gd name="connsiteY2" fmla="*/ 22432 h 401483"/>
              <a:gd name="connsiteX3" fmla="*/ 120670 w 313691"/>
              <a:gd name="connsiteY3" fmla="*/ 32736 h 401483"/>
              <a:gd name="connsiteX4" fmla="*/ 118217 w 313691"/>
              <a:gd name="connsiteY4" fmla="*/ 41078 h 401483"/>
              <a:gd name="connsiteX5" fmla="*/ 54203 w 313691"/>
              <a:gd name="connsiteY5" fmla="*/ 251090 h 401483"/>
              <a:gd name="connsiteX6" fmla="*/ 0 w 313691"/>
              <a:gd name="connsiteY6" fmla="*/ 401484 h 401483"/>
              <a:gd name="connsiteX7" fmla="*/ 35808 w 313691"/>
              <a:gd name="connsiteY7" fmla="*/ 245447 h 401483"/>
              <a:gd name="connsiteX8" fmla="*/ 89766 w 313691"/>
              <a:gd name="connsiteY8" fmla="*/ 53345 h 401483"/>
              <a:gd name="connsiteX9" fmla="*/ 99086 w 313691"/>
              <a:gd name="connsiteY9" fmla="*/ 23413 h 401483"/>
              <a:gd name="connsiteX10" fmla="*/ 131951 w 313691"/>
              <a:gd name="connsiteY10" fmla="*/ 106 h 401483"/>
              <a:gd name="connsiteX11" fmla="*/ 151572 w 313691"/>
              <a:gd name="connsiteY11" fmla="*/ 3541 h 401483"/>
              <a:gd name="connsiteX12" fmla="*/ 313692 w 313691"/>
              <a:gd name="connsiteY12" fmla="*/ 129891 h 401483"/>
              <a:gd name="connsiteX13" fmla="*/ 313692 w 313691"/>
              <a:gd name="connsiteY13" fmla="*/ 129891 h 401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3691" h="401483">
                <a:moveTo>
                  <a:pt x="313201" y="129891"/>
                </a:moveTo>
                <a:cubicBezTo>
                  <a:pt x="263658" y="82786"/>
                  <a:pt x="207002" y="46475"/>
                  <a:pt x="143479" y="23904"/>
                </a:cubicBezTo>
                <a:cubicBezTo>
                  <a:pt x="140536" y="22677"/>
                  <a:pt x="137102" y="21941"/>
                  <a:pt x="133914" y="22432"/>
                </a:cubicBezTo>
                <a:cubicBezTo>
                  <a:pt x="128027" y="23168"/>
                  <a:pt x="122877" y="27093"/>
                  <a:pt x="120670" y="32736"/>
                </a:cubicBezTo>
                <a:cubicBezTo>
                  <a:pt x="120179" y="33963"/>
                  <a:pt x="119198" y="37888"/>
                  <a:pt x="118217" y="41078"/>
                </a:cubicBezTo>
                <a:cubicBezTo>
                  <a:pt x="98596" y="111245"/>
                  <a:pt x="77013" y="182149"/>
                  <a:pt x="54203" y="251090"/>
                </a:cubicBezTo>
                <a:cubicBezTo>
                  <a:pt x="37280" y="301630"/>
                  <a:pt x="19866" y="351925"/>
                  <a:pt x="0" y="401484"/>
                </a:cubicBezTo>
                <a:cubicBezTo>
                  <a:pt x="10055" y="348981"/>
                  <a:pt x="22564" y="297214"/>
                  <a:pt x="35808" y="245447"/>
                </a:cubicBezTo>
                <a:cubicBezTo>
                  <a:pt x="52241" y="181413"/>
                  <a:pt x="70635" y="116643"/>
                  <a:pt x="89766" y="53345"/>
                </a:cubicBezTo>
                <a:cubicBezTo>
                  <a:pt x="92464" y="45249"/>
                  <a:pt x="95898" y="31755"/>
                  <a:pt x="99086" y="23413"/>
                </a:cubicBezTo>
                <a:cubicBezTo>
                  <a:pt x="104727" y="10410"/>
                  <a:pt x="117726" y="1087"/>
                  <a:pt x="131951" y="106"/>
                </a:cubicBezTo>
                <a:cubicBezTo>
                  <a:pt x="138574" y="-385"/>
                  <a:pt x="145441" y="842"/>
                  <a:pt x="151572" y="3541"/>
                </a:cubicBezTo>
                <a:cubicBezTo>
                  <a:pt x="215832" y="29547"/>
                  <a:pt x="273714" y="73953"/>
                  <a:pt x="313692" y="129891"/>
                </a:cubicBezTo>
                <a:lnTo>
                  <a:pt x="313692" y="129891"/>
                </a:lnTo>
                <a:close/>
              </a:path>
            </a:pathLst>
          </a:custGeom>
          <a:solidFill>
            <a:schemeClr val="accent1"/>
          </a:solidFill>
          <a:ln w="2453" cap="flat">
            <a:noFill/>
            <a:prstDash val="solid"/>
            <a:miter/>
          </a:ln>
        </p:spPr>
        <p:txBody>
          <a:bodyPr rtlCol="0" anchor="ctr"/>
          <a:lstStyle/>
          <a:p>
            <a:endParaRPr lang="en-US" sz="1350"/>
          </a:p>
        </p:txBody>
      </p:sp>
      <p:sp>
        <p:nvSpPr>
          <p:cNvPr id="70" name="Freeform 5">
            <a:extLst>
              <a:ext uri="{FF2B5EF4-FFF2-40B4-BE49-F238E27FC236}">
                <a16:creationId xmlns:a16="http://schemas.microsoft.com/office/drawing/2014/main" id="{A30D3339-7BD5-F31F-1BB8-DEB98C9871E5}"/>
              </a:ext>
            </a:extLst>
          </p:cNvPr>
          <p:cNvSpPr/>
          <p:nvPr/>
        </p:nvSpPr>
        <p:spPr>
          <a:xfrm>
            <a:off x="4996085" y="2289297"/>
            <a:ext cx="1481738" cy="2651871"/>
          </a:xfrm>
          <a:custGeom>
            <a:avLst/>
            <a:gdLst>
              <a:gd name="connsiteX0" fmla="*/ 238020 w 238510"/>
              <a:gd name="connsiteY0" fmla="*/ 25399 h 423096"/>
              <a:gd name="connsiteX1" fmla="*/ 42791 w 238510"/>
              <a:gd name="connsiteY1" fmla="*/ 27117 h 423096"/>
              <a:gd name="connsiteX2" fmla="*/ 38131 w 238510"/>
              <a:gd name="connsiteY2" fmla="*/ 28098 h 423096"/>
              <a:gd name="connsiteX3" fmla="*/ 23660 w 238510"/>
              <a:gd name="connsiteY3" fmla="*/ 47971 h 423096"/>
              <a:gd name="connsiteX4" fmla="*/ 85712 w 238510"/>
              <a:gd name="connsiteY4" fmla="*/ 267305 h 423096"/>
              <a:gd name="connsiteX5" fmla="*/ 121520 w 238510"/>
              <a:gd name="connsiteY5" fmla="*/ 423097 h 423096"/>
              <a:gd name="connsiteX6" fmla="*/ 67317 w 238510"/>
              <a:gd name="connsiteY6" fmla="*/ 272703 h 423096"/>
              <a:gd name="connsiteX7" fmla="*/ 3303 w 238510"/>
              <a:gd name="connsiteY7" fmla="*/ 62691 h 423096"/>
              <a:gd name="connsiteX8" fmla="*/ 1587 w 238510"/>
              <a:gd name="connsiteY8" fmla="*/ 56803 h 423096"/>
              <a:gd name="connsiteX9" fmla="*/ 15567 w 238510"/>
              <a:gd name="connsiteY9" fmla="*/ 14359 h 423096"/>
              <a:gd name="connsiteX10" fmla="*/ 33961 w 238510"/>
              <a:gd name="connsiteY10" fmla="*/ 6508 h 423096"/>
              <a:gd name="connsiteX11" fmla="*/ 238511 w 238510"/>
              <a:gd name="connsiteY11" fmla="*/ 25154 h 423096"/>
              <a:gd name="connsiteX12" fmla="*/ 238511 w 238510"/>
              <a:gd name="connsiteY12" fmla="*/ 25154 h 42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8510" h="423096">
                <a:moveTo>
                  <a:pt x="238020" y="25399"/>
                </a:moveTo>
                <a:cubicBezTo>
                  <a:pt x="172535" y="12887"/>
                  <a:pt x="106804" y="12887"/>
                  <a:pt x="42791" y="27117"/>
                </a:cubicBezTo>
                <a:cubicBezTo>
                  <a:pt x="42791" y="27117"/>
                  <a:pt x="38131" y="28098"/>
                  <a:pt x="38131" y="28098"/>
                </a:cubicBezTo>
                <a:cubicBezTo>
                  <a:pt x="28811" y="29325"/>
                  <a:pt x="21698" y="38648"/>
                  <a:pt x="23660" y="47971"/>
                </a:cubicBezTo>
                <a:cubicBezTo>
                  <a:pt x="45489" y="120346"/>
                  <a:pt x="67072" y="194194"/>
                  <a:pt x="85712" y="267305"/>
                </a:cubicBezTo>
                <a:cubicBezTo>
                  <a:pt x="98956" y="318827"/>
                  <a:pt x="111219" y="370594"/>
                  <a:pt x="121520" y="423097"/>
                </a:cubicBezTo>
                <a:cubicBezTo>
                  <a:pt x="101654" y="373538"/>
                  <a:pt x="83995" y="323243"/>
                  <a:pt x="67317" y="272703"/>
                </a:cubicBezTo>
                <a:cubicBezTo>
                  <a:pt x="44508" y="203762"/>
                  <a:pt x="22924" y="132859"/>
                  <a:pt x="3303" y="62691"/>
                </a:cubicBezTo>
                <a:cubicBezTo>
                  <a:pt x="3303" y="61955"/>
                  <a:pt x="1832" y="57293"/>
                  <a:pt x="1587" y="56803"/>
                </a:cubicBezTo>
                <a:cubicBezTo>
                  <a:pt x="-3074" y="41592"/>
                  <a:pt x="2813" y="23927"/>
                  <a:pt x="15567" y="14359"/>
                </a:cubicBezTo>
                <a:cubicBezTo>
                  <a:pt x="20717" y="10188"/>
                  <a:pt x="27339" y="7735"/>
                  <a:pt x="33961" y="6508"/>
                </a:cubicBezTo>
                <a:cubicBezTo>
                  <a:pt x="101899" y="-6250"/>
                  <a:pt x="174742" y="-362"/>
                  <a:pt x="238511" y="25154"/>
                </a:cubicBezTo>
                <a:lnTo>
                  <a:pt x="238511" y="25154"/>
                </a:lnTo>
                <a:close/>
              </a:path>
            </a:pathLst>
          </a:custGeom>
          <a:solidFill>
            <a:schemeClr val="accent1"/>
          </a:solidFill>
          <a:ln w="2453" cap="flat">
            <a:noFill/>
            <a:prstDash val="solid"/>
            <a:miter/>
          </a:ln>
        </p:spPr>
        <p:txBody>
          <a:bodyPr rtlCol="0" anchor="ctr"/>
          <a:lstStyle/>
          <a:p>
            <a:endParaRPr lang="en-US" sz="1350"/>
          </a:p>
        </p:txBody>
      </p:sp>
      <p:sp>
        <p:nvSpPr>
          <p:cNvPr id="71" name="Freeform 6">
            <a:extLst>
              <a:ext uri="{FF2B5EF4-FFF2-40B4-BE49-F238E27FC236}">
                <a16:creationId xmlns:a16="http://schemas.microsoft.com/office/drawing/2014/main" id="{46986347-F65E-1824-F207-73A291501512}"/>
              </a:ext>
            </a:extLst>
          </p:cNvPr>
          <p:cNvSpPr/>
          <p:nvPr/>
        </p:nvSpPr>
        <p:spPr>
          <a:xfrm>
            <a:off x="5749502" y="3262025"/>
            <a:ext cx="2549135" cy="1696812"/>
          </a:xfrm>
          <a:custGeom>
            <a:avLst/>
            <a:gdLst>
              <a:gd name="connsiteX0" fmla="*/ 410325 w 410325"/>
              <a:gd name="connsiteY0" fmla="*/ 211839 h 270720"/>
              <a:gd name="connsiteX1" fmla="*/ 327672 w 410325"/>
              <a:gd name="connsiteY1" fmla="*/ 34948 h 270720"/>
              <a:gd name="connsiteX2" fmla="*/ 324729 w 410325"/>
              <a:gd name="connsiteY2" fmla="*/ 31023 h 270720"/>
              <a:gd name="connsiteX3" fmla="*/ 305843 w 410325"/>
              <a:gd name="connsiteY3" fmla="*/ 23663 h 270720"/>
              <a:gd name="connsiteX4" fmla="*/ 294071 w 410325"/>
              <a:gd name="connsiteY4" fmla="*/ 31514 h 270720"/>
              <a:gd name="connsiteX5" fmla="*/ 249187 w 410325"/>
              <a:gd name="connsiteY5" fmla="*/ 71014 h 270720"/>
              <a:gd name="connsiteX6" fmla="*/ 0 w 410325"/>
              <a:gd name="connsiteY6" fmla="*/ 270721 h 270720"/>
              <a:gd name="connsiteX7" fmla="*/ 114292 w 410325"/>
              <a:gd name="connsiteY7" fmla="*/ 158846 h 270720"/>
              <a:gd name="connsiteX8" fmla="*/ 278619 w 410325"/>
              <a:gd name="connsiteY8" fmla="*/ 13358 h 270720"/>
              <a:gd name="connsiteX9" fmla="*/ 283279 w 410325"/>
              <a:gd name="connsiteY9" fmla="*/ 9433 h 270720"/>
              <a:gd name="connsiteX10" fmla="*/ 327672 w 410325"/>
              <a:gd name="connsiteY10" fmla="*/ 4526 h 270720"/>
              <a:gd name="connsiteX11" fmla="*/ 342387 w 410325"/>
              <a:gd name="connsiteY11" fmla="*/ 18020 h 270720"/>
              <a:gd name="connsiteX12" fmla="*/ 410325 w 410325"/>
              <a:gd name="connsiteY12" fmla="*/ 211839 h 270720"/>
              <a:gd name="connsiteX13" fmla="*/ 410325 w 410325"/>
              <a:gd name="connsiteY13" fmla="*/ 211839 h 270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0325" h="270720">
                <a:moveTo>
                  <a:pt x="410325" y="211839"/>
                </a:moveTo>
                <a:cubicBezTo>
                  <a:pt x="394629" y="147069"/>
                  <a:pt x="367404" y="87206"/>
                  <a:pt x="327672" y="34948"/>
                </a:cubicBezTo>
                <a:cubicBezTo>
                  <a:pt x="327672" y="34948"/>
                  <a:pt x="324729" y="31023"/>
                  <a:pt x="324729" y="31023"/>
                </a:cubicBezTo>
                <a:cubicBezTo>
                  <a:pt x="320804" y="24889"/>
                  <a:pt x="312956" y="21700"/>
                  <a:pt x="305843" y="23663"/>
                </a:cubicBezTo>
                <a:cubicBezTo>
                  <a:pt x="301183" y="24644"/>
                  <a:pt x="297504" y="28569"/>
                  <a:pt x="294071" y="31514"/>
                </a:cubicBezTo>
                <a:cubicBezTo>
                  <a:pt x="284506" y="40101"/>
                  <a:pt x="258998" y="62427"/>
                  <a:pt x="249187" y="71014"/>
                </a:cubicBezTo>
                <a:cubicBezTo>
                  <a:pt x="168496" y="140690"/>
                  <a:pt x="86578" y="208650"/>
                  <a:pt x="0" y="270721"/>
                </a:cubicBezTo>
                <a:cubicBezTo>
                  <a:pt x="36790" y="231957"/>
                  <a:pt x="75296" y="195156"/>
                  <a:pt x="114292" y="158846"/>
                </a:cubicBezTo>
                <a:cubicBezTo>
                  <a:pt x="167514" y="109287"/>
                  <a:pt x="223190" y="60464"/>
                  <a:pt x="278619" y="13358"/>
                </a:cubicBezTo>
                <a:cubicBezTo>
                  <a:pt x="279355" y="12868"/>
                  <a:pt x="282788" y="9924"/>
                  <a:pt x="283279" y="9433"/>
                </a:cubicBezTo>
                <a:cubicBezTo>
                  <a:pt x="295297" y="-871"/>
                  <a:pt x="313692" y="-3079"/>
                  <a:pt x="327672" y="4526"/>
                </a:cubicBezTo>
                <a:cubicBezTo>
                  <a:pt x="333558" y="7470"/>
                  <a:pt x="338709" y="12377"/>
                  <a:pt x="342387" y="18020"/>
                </a:cubicBezTo>
                <a:cubicBezTo>
                  <a:pt x="382366" y="74694"/>
                  <a:pt x="407382" y="143144"/>
                  <a:pt x="410325" y="211839"/>
                </a:cubicBezTo>
                <a:lnTo>
                  <a:pt x="410325" y="211839"/>
                </a:lnTo>
                <a:close/>
              </a:path>
            </a:pathLst>
          </a:custGeom>
          <a:solidFill>
            <a:schemeClr val="accent1"/>
          </a:solidFill>
          <a:ln w="2453" cap="flat">
            <a:noFill/>
            <a:prstDash val="solid"/>
            <a:miter/>
          </a:ln>
        </p:spPr>
        <p:txBody>
          <a:bodyPr rtlCol="0" anchor="ctr"/>
          <a:lstStyle/>
          <a:p>
            <a:endParaRPr lang="en-US" sz="1350"/>
          </a:p>
        </p:txBody>
      </p:sp>
      <p:sp>
        <p:nvSpPr>
          <p:cNvPr id="72" name="Freeform 7">
            <a:extLst>
              <a:ext uri="{FF2B5EF4-FFF2-40B4-BE49-F238E27FC236}">
                <a16:creationId xmlns:a16="http://schemas.microsoft.com/office/drawing/2014/main" id="{B4ECE432-C3C0-8CCF-49BD-22E4B4EA5B5E}"/>
              </a:ext>
            </a:extLst>
          </p:cNvPr>
          <p:cNvSpPr/>
          <p:nvPr/>
        </p:nvSpPr>
        <p:spPr>
          <a:xfrm>
            <a:off x="5747980" y="4539855"/>
            <a:ext cx="2638153" cy="1500016"/>
          </a:xfrm>
          <a:custGeom>
            <a:avLst/>
            <a:gdLst>
              <a:gd name="connsiteX0" fmla="*/ 377215 w 424654"/>
              <a:gd name="connsiteY0" fmla="*/ 239322 h 239322"/>
              <a:gd name="connsiteX1" fmla="*/ 402968 w 424654"/>
              <a:gd name="connsiteY1" fmla="*/ 45749 h 239322"/>
              <a:gd name="connsiteX2" fmla="*/ 400025 w 424654"/>
              <a:gd name="connsiteY2" fmla="*/ 31519 h 239322"/>
              <a:gd name="connsiteX3" fmla="*/ 381630 w 424654"/>
              <a:gd name="connsiteY3" fmla="*/ 23913 h 239322"/>
              <a:gd name="connsiteX4" fmla="*/ 376725 w 424654"/>
              <a:gd name="connsiteY4" fmla="*/ 24649 h 239322"/>
              <a:gd name="connsiteX5" fmla="*/ 317616 w 424654"/>
              <a:gd name="connsiteY5" fmla="*/ 33482 h 239322"/>
              <a:gd name="connsiteX6" fmla="*/ 0 w 424654"/>
              <a:gd name="connsiteY6" fmla="*/ 66848 h 239322"/>
              <a:gd name="connsiteX7" fmla="*/ 156478 w 424654"/>
              <a:gd name="connsiteY7" fmla="*/ 34463 h 239322"/>
              <a:gd name="connsiteX8" fmla="*/ 373291 w 424654"/>
              <a:gd name="connsiteY8" fmla="*/ 1097 h 239322"/>
              <a:gd name="connsiteX9" fmla="*/ 379423 w 424654"/>
              <a:gd name="connsiteY9" fmla="*/ 361 h 239322"/>
              <a:gd name="connsiteX10" fmla="*/ 419401 w 424654"/>
              <a:gd name="connsiteY10" fmla="*/ 20233 h 239322"/>
              <a:gd name="connsiteX11" fmla="*/ 424306 w 424654"/>
              <a:gd name="connsiteY11" fmla="*/ 39370 h 239322"/>
              <a:gd name="connsiteX12" fmla="*/ 376970 w 424654"/>
              <a:gd name="connsiteY12" fmla="*/ 239077 h 239322"/>
              <a:gd name="connsiteX13" fmla="*/ 376970 w 424654"/>
              <a:gd name="connsiteY13" fmla="*/ 239077 h 239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4654" h="239322">
                <a:moveTo>
                  <a:pt x="377215" y="239322"/>
                </a:moveTo>
                <a:cubicBezTo>
                  <a:pt x="399044" y="176270"/>
                  <a:pt x="408609" y="111255"/>
                  <a:pt x="402968" y="45749"/>
                </a:cubicBezTo>
                <a:cubicBezTo>
                  <a:pt x="402723" y="41087"/>
                  <a:pt x="402968" y="35690"/>
                  <a:pt x="400025" y="31519"/>
                </a:cubicBezTo>
                <a:cubicBezTo>
                  <a:pt x="396346" y="25385"/>
                  <a:pt x="388497" y="22441"/>
                  <a:pt x="381630" y="23913"/>
                </a:cubicBezTo>
                <a:cubicBezTo>
                  <a:pt x="381630" y="23913"/>
                  <a:pt x="376725" y="24649"/>
                  <a:pt x="376725" y="24649"/>
                </a:cubicBezTo>
                <a:cubicBezTo>
                  <a:pt x="364216" y="26612"/>
                  <a:pt x="330615" y="31519"/>
                  <a:pt x="317616" y="33482"/>
                </a:cubicBezTo>
                <a:cubicBezTo>
                  <a:pt x="212153" y="48447"/>
                  <a:pt x="106444" y="61450"/>
                  <a:pt x="0" y="66848"/>
                </a:cubicBezTo>
                <a:cubicBezTo>
                  <a:pt x="51996" y="54336"/>
                  <a:pt x="104237" y="44031"/>
                  <a:pt x="156478" y="34463"/>
                </a:cubicBezTo>
                <a:cubicBezTo>
                  <a:pt x="228095" y="21705"/>
                  <a:pt x="301184" y="10419"/>
                  <a:pt x="373291" y="1097"/>
                </a:cubicBezTo>
                <a:cubicBezTo>
                  <a:pt x="374027" y="1097"/>
                  <a:pt x="378687" y="361"/>
                  <a:pt x="379423" y="361"/>
                </a:cubicBezTo>
                <a:cubicBezTo>
                  <a:pt x="395120" y="-1848"/>
                  <a:pt x="411797" y="6249"/>
                  <a:pt x="419401" y="20233"/>
                </a:cubicBezTo>
                <a:cubicBezTo>
                  <a:pt x="422589" y="26121"/>
                  <a:pt x="424551" y="32746"/>
                  <a:pt x="424306" y="39370"/>
                </a:cubicBezTo>
                <a:cubicBezTo>
                  <a:pt x="427249" y="108556"/>
                  <a:pt x="411552" y="179950"/>
                  <a:pt x="376970" y="239077"/>
                </a:cubicBezTo>
                <a:lnTo>
                  <a:pt x="376970" y="239077"/>
                </a:lnTo>
                <a:close/>
              </a:path>
            </a:pathLst>
          </a:custGeom>
          <a:solidFill>
            <a:schemeClr val="accent1"/>
          </a:solidFill>
          <a:ln w="2453" cap="flat">
            <a:noFill/>
            <a:prstDash val="solid"/>
            <a:miter/>
          </a:ln>
        </p:spPr>
        <p:txBody>
          <a:bodyPr rtlCol="0" anchor="ctr"/>
          <a:lstStyle/>
          <a:p>
            <a:endParaRPr lang="en-US" sz="1350"/>
          </a:p>
        </p:txBody>
      </p:sp>
      <p:sp>
        <p:nvSpPr>
          <p:cNvPr id="73" name="Freeform 8">
            <a:extLst>
              <a:ext uri="{FF2B5EF4-FFF2-40B4-BE49-F238E27FC236}">
                <a16:creationId xmlns:a16="http://schemas.microsoft.com/office/drawing/2014/main" id="{D1A91888-8F05-835D-E6CD-8C8B7C9145E1}"/>
              </a:ext>
            </a:extLst>
          </p:cNvPr>
          <p:cNvSpPr/>
          <p:nvPr/>
        </p:nvSpPr>
        <p:spPr>
          <a:xfrm>
            <a:off x="3139722" y="4589783"/>
            <a:ext cx="2609781" cy="1460843"/>
          </a:xfrm>
          <a:custGeom>
            <a:avLst/>
            <a:gdLst>
              <a:gd name="connsiteX0" fmla="*/ 9516 w 420087"/>
              <a:gd name="connsiteY0" fmla="*/ 0 h 233072"/>
              <a:gd name="connsiteX1" fmla="*/ 38948 w 420087"/>
              <a:gd name="connsiteY1" fmla="*/ 193083 h 233072"/>
              <a:gd name="connsiteX2" fmla="*/ 40665 w 420087"/>
              <a:gd name="connsiteY2" fmla="*/ 197499 h 233072"/>
              <a:gd name="connsiteX3" fmla="*/ 62493 w 420087"/>
              <a:gd name="connsiteY3" fmla="*/ 209030 h 233072"/>
              <a:gd name="connsiteX4" fmla="*/ 70342 w 420087"/>
              <a:gd name="connsiteY4" fmla="*/ 205596 h 233072"/>
              <a:gd name="connsiteX5" fmla="*/ 124545 w 420087"/>
              <a:gd name="connsiteY5" fmla="*/ 180326 h 233072"/>
              <a:gd name="connsiteX6" fmla="*/ 420088 w 420087"/>
              <a:gd name="connsiteY6" fmla="*/ 58882 h 233072"/>
              <a:gd name="connsiteX7" fmla="*/ 278816 w 420087"/>
              <a:gd name="connsiteY7" fmla="*/ 133956 h 233072"/>
              <a:gd name="connsiteX8" fmla="*/ 80152 w 420087"/>
              <a:gd name="connsiteY8" fmla="*/ 227186 h 233072"/>
              <a:gd name="connsiteX9" fmla="*/ 74511 w 420087"/>
              <a:gd name="connsiteY9" fmla="*/ 229639 h 233072"/>
              <a:gd name="connsiteX10" fmla="*/ 30609 w 420087"/>
              <a:gd name="connsiteY10" fmla="*/ 222034 h 233072"/>
              <a:gd name="connsiteX11" fmla="*/ 20308 w 420087"/>
              <a:gd name="connsiteY11" fmla="*/ 205105 h 233072"/>
              <a:gd name="connsiteX12" fmla="*/ 9516 w 420087"/>
              <a:gd name="connsiteY12" fmla="*/ 0 h 233072"/>
              <a:gd name="connsiteX13" fmla="*/ 9516 w 420087"/>
              <a:gd name="connsiteY13" fmla="*/ 0 h 233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0087" h="233072">
                <a:moveTo>
                  <a:pt x="9516" y="0"/>
                </a:moveTo>
                <a:cubicBezTo>
                  <a:pt x="6328" y="66733"/>
                  <a:pt x="15648" y="131748"/>
                  <a:pt x="38948" y="193083"/>
                </a:cubicBezTo>
                <a:cubicBezTo>
                  <a:pt x="38948" y="193083"/>
                  <a:pt x="40665" y="197499"/>
                  <a:pt x="40665" y="197499"/>
                </a:cubicBezTo>
                <a:cubicBezTo>
                  <a:pt x="43363" y="206577"/>
                  <a:pt x="53419" y="212465"/>
                  <a:pt x="62493" y="209030"/>
                </a:cubicBezTo>
                <a:cubicBezTo>
                  <a:pt x="64456" y="208294"/>
                  <a:pt x="68135" y="206332"/>
                  <a:pt x="70342" y="205596"/>
                </a:cubicBezTo>
                <a:cubicBezTo>
                  <a:pt x="81869" y="200198"/>
                  <a:pt x="112772" y="185968"/>
                  <a:pt x="124545" y="180326"/>
                </a:cubicBezTo>
                <a:cubicBezTo>
                  <a:pt x="221669" y="136410"/>
                  <a:pt x="319284" y="93966"/>
                  <a:pt x="420088" y="58882"/>
                </a:cubicBezTo>
                <a:cubicBezTo>
                  <a:pt x="373733" y="85624"/>
                  <a:pt x="326397" y="110158"/>
                  <a:pt x="278816" y="133956"/>
                </a:cubicBezTo>
                <a:cubicBezTo>
                  <a:pt x="213821" y="166341"/>
                  <a:pt x="146619" y="197745"/>
                  <a:pt x="80152" y="227186"/>
                </a:cubicBezTo>
                <a:cubicBezTo>
                  <a:pt x="79416" y="227431"/>
                  <a:pt x="75247" y="229394"/>
                  <a:pt x="74511" y="229639"/>
                </a:cubicBezTo>
                <a:cubicBezTo>
                  <a:pt x="60041" y="236263"/>
                  <a:pt x="41891" y="233074"/>
                  <a:pt x="30609" y="222034"/>
                </a:cubicBezTo>
                <a:cubicBezTo>
                  <a:pt x="25704" y="217372"/>
                  <a:pt x="22270" y="211239"/>
                  <a:pt x="20308" y="205105"/>
                </a:cubicBezTo>
                <a:cubicBezTo>
                  <a:pt x="-2011" y="139599"/>
                  <a:pt x="-6426" y="66733"/>
                  <a:pt x="9516" y="0"/>
                </a:cubicBezTo>
                <a:lnTo>
                  <a:pt x="9516" y="0"/>
                </a:lnTo>
                <a:close/>
              </a:path>
            </a:pathLst>
          </a:custGeom>
          <a:solidFill>
            <a:schemeClr val="accent1"/>
          </a:solidFill>
          <a:ln w="2453" cap="flat">
            <a:noFill/>
            <a:prstDash val="solid"/>
            <a:miter/>
          </a:ln>
        </p:spPr>
        <p:txBody>
          <a:bodyPr rtlCol="0" anchor="ctr"/>
          <a:lstStyle/>
          <a:p>
            <a:endParaRPr lang="en-US" sz="1350" dirty="0"/>
          </a:p>
        </p:txBody>
      </p:sp>
      <p:sp>
        <p:nvSpPr>
          <p:cNvPr id="74" name="Freeform 9">
            <a:extLst>
              <a:ext uri="{FF2B5EF4-FFF2-40B4-BE49-F238E27FC236}">
                <a16:creationId xmlns:a16="http://schemas.microsoft.com/office/drawing/2014/main" id="{5C88E157-8B3F-6692-C59B-19BC6F017615}"/>
              </a:ext>
            </a:extLst>
          </p:cNvPr>
          <p:cNvSpPr/>
          <p:nvPr/>
        </p:nvSpPr>
        <p:spPr>
          <a:xfrm>
            <a:off x="3157918" y="3256566"/>
            <a:ext cx="2590056" cy="1702278"/>
          </a:xfrm>
          <a:custGeom>
            <a:avLst/>
            <a:gdLst>
              <a:gd name="connsiteX0" fmla="*/ 103712 w 416912"/>
              <a:gd name="connsiteY0" fmla="*/ 0 h 271592"/>
              <a:gd name="connsiteX1" fmla="*/ 24001 w 416912"/>
              <a:gd name="connsiteY1" fmla="*/ 178363 h 271592"/>
              <a:gd name="connsiteX2" fmla="*/ 23020 w 416912"/>
              <a:gd name="connsiteY2" fmla="*/ 183024 h 271592"/>
              <a:gd name="connsiteX3" fmla="*/ 29642 w 416912"/>
              <a:gd name="connsiteY3" fmla="*/ 202161 h 271592"/>
              <a:gd name="connsiteX4" fmla="*/ 43377 w 416912"/>
              <a:gd name="connsiteY4" fmla="*/ 205841 h 271592"/>
              <a:gd name="connsiteX5" fmla="*/ 260190 w 416912"/>
              <a:gd name="connsiteY5" fmla="*/ 239207 h 271592"/>
              <a:gd name="connsiteX6" fmla="*/ 416913 w 416912"/>
              <a:gd name="connsiteY6" fmla="*/ 271592 h 271592"/>
              <a:gd name="connsiteX7" fmla="*/ 257492 w 416912"/>
              <a:gd name="connsiteY7" fmla="*/ 258344 h 271592"/>
              <a:gd name="connsiteX8" fmla="*/ 39943 w 416912"/>
              <a:gd name="connsiteY8" fmla="*/ 229394 h 271592"/>
              <a:gd name="connsiteX9" fmla="*/ 35038 w 416912"/>
              <a:gd name="connsiteY9" fmla="*/ 228658 h 271592"/>
              <a:gd name="connsiteX10" fmla="*/ 946 w 416912"/>
              <a:gd name="connsiteY10" fmla="*/ 198236 h 271592"/>
              <a:gd name="connsiteX11" fmla="*/ 1682 w 416912"/>
              <a:gd name="connsiteY11" fmla="*/ 178363 h 271592"/>
              <a:gd name="connsiteX12" fmla="*/ 103466 w 416912"/>
              <a:gd name="connsiteY12" fmla="*/ 0 h 271592"/>
              <a:gd name="connsiteX13" fmla="*/ 103466 w 416912"/>
              <a:gd name="connsiteY13" fmla="*/ 0 h 271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16912" h="271592">
                <a:moveTo>
                  <a:pt x="103712" y="0"/>
                </a:moveTo>
                <a:cubicBezTo>
                  <a:pt x="64960" y="54466"/>
                  <a:pt x="37490" y="114084"/>
                  <a:pt x="24001" y="178363"/>
                </a:cubicBezTo>
                <a:cubicBezTo>
                  <a:pt x="24001" y="178363"/>
                  <a:pt x="23020" y="183024"/>
                  <a:pt x="23020" y="183024"/>
                </a:cubicBezTo>
                <a:cubicBezTo>
                  <a:pt x="21058" y="190139"/>
                  <a:pt x="23511" y="198236"/>
                  <a:pt x="29642" y="202161"/>
                </a:cubicBezTo>
                <a:cubicBezTo>
                  <a:pt x="34056" y="205105"/>
                  <a:pt x="37245" y="204860"/>
                  <a:pt x="43377" y="205841"/>
                </a:cubicBezTo>
                <a:cubicBezTo>
                  <a:pt x="115484" y="215409"/>
                  <a:pt x="188818" y="226450"/>
                  <a:pt x="260190" y="239207"/>
                </a:cubicBezTo>
                <a:cubicBezTo>
                  <a:pt x="312676" y="248776"/>
                  <a:pt x="364917" y="258835"/>
                  <a:pt x="416913" y="271592"/>
                </a:cubicBezTo>
                <a:cubicBezTo>
                  <a:pt x="363445" y="269139"/>
                  <a:pt x="310469" y="264232"/>
                  <a:pt x="257492" y="258344"/>
                </a:cubicBezTo>
                <a:cubicBezTo>
                  <a:pt x="185139" y="250493"/>
                  <a:pt x="111805" y="240434"/>
                  <a:pt x="39943" y="229394"/>
                </a:cubicBezTo>
                <a:cubicBezTo>
                  <a:pt x="39943" y="229394"/>
                  <a:pt x="35038" y="228658"/>
                  <a:pt x="35038" y="228658"/>
                </a:cubicBezTo>
                <a:cubicBezTo>
                  <a:pt x="19096" y="226940"/>
                  <a:pt x="4380" y="214183"/>
                  <a:pt x="946" y="198236"/>
                </a:cubicBezTo>
                <a:cubicBezTo>
                  <a:pt x="-525" y="191611"/>
                  <a:pt x="-280" y="184742"/>
                  <a:pt x="1682" y="178363"/>
                </a:cubicBezTo>
                <a:cubicBezTo>
                  <a:pt x="18360" y="111140"/>
                  <a:pt x="53923" y="47351"/>
                  <a:pt x="103466" y="0"/>
                </a:cubicBezTo>
                <a:lnTo>
                  <a:pt x="103466" y="0"/>
                </a:lnTo>
                <a:close/>
              </a:path>
            </a:pathLst>
          </a:custGeom>
          <a:solidFill>
            <a:schemeClr val="accent1"/>
          </a:solidFill>
          <a:ln w="2453" cap="flat">
            <a:noFill/>
            <a:prstDash val="solid"/>
            <a:miter/>
          </a:ln>
        </p:spPr>
        <p:txBody>
          <a:bodyPr rtlCol="0" anchor="ctr"/>
          <a:lstStyle/>
          <a:p>
            <a:endParaRPr lang="en-US" sz="1350"/>
          </a:p>
        </p:txBody>
      </p:sp>
      <p:sp>
        <p:nvSpPr>
          <p:cNvPr id="75" name="Freeform 10">
            <a:extLst>
              <a:ext uri="{FF2B5EF4-FFF2-40B4-BE49-F238E27FC236}">
                <a16:creationId xmlns:a16="http://schemas.microsoft.com/office/drawing/2014/main" id="{B06160A4-AC18-12D2-6631-D5FC5BABB855}"/>
              </a:ext>
            </a:extLst>
          </p:cNvPr>
          <p:cNvSpPr/>
          <p:nvPr/>
        </p:nvSpPr>
        <p:spPr>
          <a:xfrm>
            <a:off x="3805109" y="2464626"/>
            <a:ext cx="1941336" cy="2495752"/>
          </a:xfrm>
          <a:custGeom>
            <a:avLst/>
            <a:gdLst>
              <a:gd name="connsiteX0" fmla="*/ 195991 w 312490"/>
              <a:gd name="connsiteY0" fmla="*/ 0 h 398188"/>
              <a:gd name="connsiteX1" fmla="*/ 29212 w 312490"/>
              <a:gd name="connsiteY1" fmla="*/ 110649 h 398188"/>
              <a:gd name="connsiteX2" fmla="*/ 23816 w 312490"/>
              <a:gd name="connsiteY2" fmla="*/ 118745 h 398188"/>
              <a:gd name="connsiteX3" fmla="*/ 27495 w 312490"/>
              <a:gd name="connsiteY3" fmla="*/ 135183 h 398188"/>
              <a:gd name="connsiteX4" fmla="*/ 33872 w 312490"/>
              <a:gd name="connsiteY4" fmla="*/ 140826 h 398188"/>
              <a:gd name="connsiteX5" fmla="*/ 198198 w 312490"/>
              <a:gd name="connsiteY5" fmla="*/ 286313 h 398188"/>
              <a:gd name="connsiteX6" fmla="*/ 312491 w 312490"/>
              <a:gd name="connsiteY6" fmla="*/ 398188 h 398188"/>
              <a:gd name="connsiteX7" fmla="*/ 185445 w 312490"/>
              <a:gd name="connsiteY7" fmla="*/ 301033 h 398188"/>
              <a:gd name="connsiteX8" fmla="*/ 18175 w 312490"/>
              <a:gd name="connsiteY8" fmla="*/ 158981 h 398188"/>
              <a:gd name="connsiteX9" fmla="*/ 14496 w 312490"/>
              <a:gd name="connsiteY9" fmla="*/ 155791 h 398188"/>
              <a:gd name="connsiteX10" fmla="*/ 2233 w 312490"/>
              <a:gd name="connsiteY10" fmla="*/ 111876 h 398188"/>
              <a:gd name="connsiteX11" fmla="*/ 13515 w 312490"/>
              <a:gd name="connsiteY11" fmla="*/ 95438 h 398188"/>
              <a:gd name="connsiteX12" fmla="*/ 195500 w 312490"/>
              <a:gd name="connsiteY12" fmla="*/ 491 h 398188"/>
              <a:gd name="connsiteX13" fmla="*/ 195500 w 312490"/>
              <a:gd name="connsiteY13" fmla="*/ 491 h 398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490" h="398188">
                <a:moveTo>
                  <a:pt x="195991" y="0"/>
                </a:moveTo>
                <a:cubicBezTo>
                  <a:pt x="132468" y="25270"/>
                  <a:pt x="76057" y="62071"/>
                  <a:pt x="29212" y="110649"/>
                </a:cubicBezTo>
                <a:cubicBezTo>
                  <a:pt x="26759" y="112857"/>
                  <a:pt x="24797" y="115801"/>
                  <a:pt x="23816" y="118745"/>
                </a:cubicBezTo>
                <a:cubicBezTo>
                  <a:pt x="21854" y="124388"/>
                  <a:pt x="23571" y="130767"/>
                  <a:pt x="27495" y="135183"/>
                </a:cubicBezTo>
                <a:cubicBezTo>
                  <a:pt x="28476" y="136164"/>
                  <a:pt x="31419" y="138618"/>
                  <a:pt x="33872" y="140826"/>
                </a:cubicBezTo>
                <a:cubicBezTo>
                  <a:pt x="89547" y="187931"/>
                  <a:pt x="144976" y="236754"/>
                  <a:pt x="198198" y="286313"/>
                </a:cubicBezTo>
                <a:cubicBezTo>
                  <a:pt x="237195" y="322623"/>
                  <a:pt x="275701" y="359424"/>
                  <a:pt x="312491" y="398188"/>
                </a:cubicBezTo>
                <a:cubicBezTo>
                  <a:pt x="268834" y="367275"/>
                  <a:pt x="226894" y="334400"/>
                  <a:pt x="185445" y="301033"/>
                </a:cubicBezTo>
                <a:cubicBezTo>
                  <a:pt x="129034" y="255400"/>
                  <a:pt x="72624" y="207313"/>
                  <a:pt x="18175" y="158981"/>
                </a:cubicBezTo>
                <a:cubicBezTo>
                  <a:pt x="18175" y="158981"/>
                  <a:pt x="14496" y="155791"/>
                  <a:pt x="14496" y="155791"/>
                </a:cubicBezTo>
                <a:cubicBezTo>
                  <a:pt x="1988" y="145733"/>
                  <a:pt x="-3408" y="127087"/>
                  <a:pt x="2233" y="111876"/>
                </a:cubicBezTo>
                <a:cubicBezTo>
                  <a:pt x="4440" y="105497"/>
                  <a:pt x="8610" y="99854"/>
                  <a:pt x="13515" y="95438"/>
                </a:cubicBezTo>
                <a:cubicBezTo>
                  <a:pt x="63794" y="47841"/>
                  <a:pt x="128053" y="13248"/>
                  <a:pt x="195500" y="491"/>
                </a:cubicBezTo>
                <a:lnTo>
                  <a:pt x="195500" y="491"/>
                </a:lnTo>
                <a:close/>
              </a:path>
            </a:pathLst>
          </a:custGeom>
          <a:solidFill>
            <a:schemeClr val="accent1">
              <a:lumMod val="90000"/>
              <a:lumOff val="10000"/>
            </a:schemeClr>
          </a:solidFill>
          <a:ln w="2453" cap="flat">
            <a:noFill/>
            <a:prstDash val="solid"/>
            <a:miter/>
          </a:ln>
        </p:spPr>
        <p:txBody>
          <a:bodyPr rtlCol="0" anchor="ctr"/>
          <a:lstStyle/>
          <a:p>
            <a:endParaRPr lang="en-US" sz="1350"/>
          </a:p>
        </p:txBody>
      </p:sp>
      <p:sp>
        <p:nvSpPr>
          <p:cNvPr id="76" name="TextBox 75">
            <a:extLst>
              <a:ext uri="{FF2B5EF4-FFF2-40B4-BE49-F238E27FC236}">
                <a16:creationId xmlns:a16="http://schemas.microsoft.com/office/drawing/2014/main" id="{25E0C11B-ED16-911E-3A73-97341387F1D1}"/>
              </a:ext>
            </a:extLst>
          </p:cNvPr>
          <p:cNvSpPr txBox="1"/>
          <p:nvPr/>
        </p:nvSpPr>
        <p:spPr>
          <a:xfrm>
            <a:off x="5116332" y="2614243"/>
            <a:ext cx="1293191" cy="584775"/>
          </a:xfrm>
          <a:prstGeom prst="rect">
            <a:avLst/>
          </a:prstGeom>
          <a:noFill/>
        </p:spPr>
        <p:txBody>
          <a:bodyPr wrap="square" lIns="0" rIns="0" rtlCol="0" anchor="ctr">
            <a:spAutoFit/>
          </a:bodyPr>
          <a:lstStyle/>
          <a:p>
            <a:pPr algn="ctr"/>
            <a:r>
              <a:rPr lang="en-US" sz="1600" b="1" noProof="1">
                <a:solidFill>
                  <a:schemeClr val="bg2"/>
                </a:solidFill>
              </a:rPr>
              <a:t>Progress Tracking</a:t>
            </a:r>
          </a:p>
        </p:txBody>
      </p:sp>
      <p:sp>
        <p:nvSpPr>
          <p:cNvPr id="77" name="TextBox 76">
            <a:extLst>
              <a:ext uri="{FF2B5EF4-FFF2-40B4-BE49-F238E27FC236}">
                <a16:creationId xmlns:a16="http://schemas.microsoft.com/office/drawing/2014/main" id="{DE49F062-F3AE-E50F-2D71-91C8163BF2D2}"/>
              </a:ext>
            </a:extLst>
          </p:cNvPr>
          <p:cNvSpPr txBox="1"/>
          <p:nvPr/>
        </p:nvSpPr>
        <p:spPr>
          <a:xfrm>
            <a:off x="4057067" y="2956196"/>
            <a:ext cx="1293191" cy="584775"/>
          </a:xfrm>
          <a:prstGeom prst="rect">
            <a:avLst/>
          </a:prstGeom>
          <a:noFill/>
        </p:spPr>
        <p:txBody>
          <a:bodyPr wrap="square" lIns="0" rIns="0" rtlCol="0" anchor="ctr">
            <a:spAutoFit/>
          </a:bodyPr>
          <a:lstStyle/>
          <a:p>
            <a:pPr algn="ctr"/>
            <a:r>
              <a:rPr lang="en-US" sz="1600" b="1" noProof="1">
                <a:solidFill>
                  <a:schemeClr val="bg2"/>
                </a:solidFill>
              </a:rPr>
              <a:t>Guided Prompts</a:t>
            </a:r>
          </a:p>
        </p:txBody>
      </p:sp>
      <p:sp>
        <p:nvSpPr>
          <p:cNvPr id="78" name="TextBox 77">
            <a:extLst>
              <a:ext uri="{FF2B5EF4-FFF2-40B4-BE49-F238E27FC236}">
                <a16:creationId xmlns:a16="http://schemas.microsoft.com/office/drawing/2014/main" id="{CCD0A2A3-2B29-147E-4B30-527943F23AED}"/>
              </a:ext>
            </a:extLst>
          </p:cNvPr>
          <p:cNvSpPr txBox="1"/>
          <p:nvPr/>
        </p:nvSpPr>
        <p:spPr>
          <a:xfrm>
            <a:off x="6249010" y="2988241"/>
            <a:ext cx="1293191" cy="584775"/>
          </a:xfrm>
          <a:prstGeom prst="rect">
            <a:avLst/>
          </a:prstGeom>
          <a:noFill/>
        </p:spPr>
        <p:txBody>
          <a:bodyPr wrap="square" lIns="0" rIns="0" rtlCol="0" anchor="ctr">
            <a:spAutoFit/>
          </a:bodyPr>
          <a:lstStyle/>
          <a:p>
            <a:pPr algn="ctr"/>
            <a:r>
              <a:rPr lang="en-US" sz="1600" b="1" noProof="1">
                <a:solidFill>
                  <a:schemeClr val="bg2"/>
                </a:solidFill>
              </a:rPr>
              <a:t>Readiness</a:t>
            </a:r>
          </a:p>
          <a:p>
            <a:pPr algn="ctr"/>
            <a:r>
              <a:rPr lang="en-US" sz="1600" b="1" noProof="1">
                <a:solidFill>
                  <a:schemeClr val="bg2"/>
                </a:solidFill>
              </a:rPr>
              <a:t>Panel</a:t>
            </a:r>
          </a:p>
        </p:txBody>
      </p:sp>
      <p:sp>
        <p:nvSpPr>
          <p:cNvPr id="79" name="TextBox 78">
            <a:extLst>
              <a:ext uri="{FF2B5EF4-FFF2-40B4-BE49-F238E27FC236}">
                <a16:creationId xmlns:a16="http://schemas.microsoft.com/office/drawing/2014/main" id="{654FD225-9A2C-9998-C9FB-69B77F5181CE}"/>
              </a:ext>
            </a:extLst>
          </p:cNvPr>
          <p:cNvSpPr txBox="1"/>
          <p:nvPr/>
        </p:nvSpPr>
        <p:spPr>
          <a:xfrm>
            <a:off x="3224674" y="3809560"/>
            <a:ext cx="1293191" cy="584775"/>
          </a:xfrm>
          <a:prstGeom prst="rect">
            <a:avLst/>
          </a:prstGeom>
          <a:noFill/>
        </p:spPr>
        <p:txBody>
          <a:bodyPr wrap="square" lIns="0" rIns="0" rtlCol="0" anchor="ctr">
            <a:spAutoFit/>
          </a:bodyPr>
          <a:lstStyle/>
          <a:p>
            <a:pPr algn="ctr"/>
            <a:r>
              <a:rPr lang="en-US" sz="1600" b="1" noProof="1">
                <a:solidFill>
                  <a:schemeClr val="bg2"/>
                </a:solidFill>
              </a:rPr>
              <a:t>L&amp;D </a:t>
            </a:r>
          </a:p>
          <a:p>
            <a:pPr algn="ctr"/>
            <a:r>
              <a:rPr lang="en-US" sz="1600" b="1" noProof="1">
                <a:solidFill>
                  <a:schemeClr val="bg2"/>
                </a:solidFill>
              </a:rPr>
              <a:t>Support</a:t>
            </a:r>
          </a:p>
        </p:txBody>
      </p:sp>
      <p:sp>
        <p:nvSpPr>
          <p:cNvPr id="80" name="TextBox 79">
            <a:extLst>
              <a:ext uri="{FF2B5EF4-FFF2-40B4-BE49-F238E27FC236}">
                <a16:creationId xmlns:a16="http://schemas.microsoft.com/office/drawing/2014/main" id="{4BE25936-B627-0236-5CDB-08955DE730F1}"/>
              </a:ext>
            </a:extLst>
          </p:cNvPr>
          <p:cNvSpPr txBox="1"/>
          <p:nvPr/>
        </p:nvSpPr>
        <p:spPr>
          <a:xfrm>
            <a:off x="6897082" y="3852337"/>
            <a:ext cx="1293191" cy="584775"/>
          </a:xfrm>
          <a:prstGeom prst="rect">
            <a:avLst/>
          </a:prstGeom>
          <a:noFill/>
        </p:spPr>
        <p:txBody>
          <a:bodyPr wrap="square" lIns="0" rIns="0" rtlCol="0" anchor="ctr">
            <a:spAutoFit/>
          </a:bodyPr>
          <a:lstStyle/>
          <a:p>
            <a:pPr algn="ctr"/>
            <a:r>
              <a:rPr lang="en-US" sz="1600" b="1" noProof="1">
                <a:solidFill>
                  <a:schemeClr val="bg2"/>
                </a:solidFill>
              </a:rPr>
              <a:t>Manager View</a:t>
            </a:r>
          </a:p>
        </p:txBody>
      </p:sp>
      <p:sp>
        <p:nvSpPr>
          <p:cNvPr id="81" name="TextBox 80">
            <a:extLst>
              <a:ext uri="{FF2B5EF4-FFF2-40B4-BE49-F238E27FC236}">
                <a16:creationId xmlns:a16="http://schemas.microsoft.com/office/drawing/2014/main" id="{681FA13D-3B9A-4BDB-6FB0-367072624D2C}"/>
              </a:ext>
            </a:extLst>
          </p:cNvPr>
          <p:cNvSpPr txBox="1"/>
          <p:nvPr/>
        </p:nvSpPr>
        <p:spPr>
          <a:xfrm>
            <a:off x="3174623" y="5061582"/>
            <a:ext cx="1293191" cy="338554"/>
          </a:xfrm>
          <a:prstGeom prst="rect">
            <a:avLst/>
          </a:prstGeom>
          <a:noFill/>
        </p:spPr>
        <p:txBody>
          <a:bodyPr wrap="square" lIns="0" rIns="0" rtlCol="0" anchor="ctr">
            <a:spAutoFit/>
          </a:bodyPr>
          <a:lstStyle/>
          <a:p>
            <a:pPr algn="ctr"/>
            <a:r>
              <a:rPr lang="en-US" sz="1600" b="1" noProof="1">
                <a:solidFill>
                  <a:schemeClr val="bg2"/>
                </a:solidFill>
              </a:rPr>
              <a:t>Log-In</a:t>
            </a:r>
          </a:p>
        </p:txBody>
      </p:sp>
      <p:sp>
        <p:nvSpPr>
          <p:cNvPr id="82" name="TextBox 81">
            <a:extLst>
              <a:ext uri="{FF2B5EF4-FFF2-40B4-BE49-F238E27FC236}">
                <a16:creationId xmlns:a16="http://schemas.microsoft.com/office/drawing/2014/main" id="{2F61DAF1-ADE9-5609-0FC5-B1645DA5554F}"/>
              </a:ext>
            </a:extLst>
          </p:cNvPr>
          <p:cNvSpPr txBox="1"/>
          <p:nvPr/>
        </p:nvSpPr>
        <p:spPr>
          <a:xfrm>
            <a:off x="6897082" y="5034662"/>
            <a:ext cx="1293191" cy="338554"/>
          </a:xfrm>
          <a:prstGeom prst="rect">
            <a:avLst/>
          </a:prstGeom>
          <a:noFill/>
        </p:spPr>
        <p:txBody>
          <a:bodyPr wrap="square" lIns="0" rIns="0" rtlCol="0" anchor="ctr">
            <a:spAutoFit/>
          </a:bodyPr>
          <a:lstStyle/>
          <a:p>
            <a:pPr algn="ctr"/>
            <a:r>
              <a:rPr lang="en-US" sz="1600" b="1" noProof="1">
                <a:solidFill>
                  <a:schemeClr val="bg2"/>
                </a:solidFill>
              </a:rPr>
              <a:t>Gamification</a:t>
            </a:r>
          </a:p>
        </p:txBody>
      </p:sp>
      <p:sp>
        <p:nvSpPr>
          <p:cNvPr id="83" name="Freeform 9">
            <a:extLst>
              <a:ext uri="{FF2B5EF4-FFF2-40B4-BE49-F238E27FC236}">
                <a16:creationId xmlns:a16="http://schemas.microsoft.com/office/drawing/2014/main" id="{1DEB9B5C-CD70-FCD2-D771-3A22A04BEF3C}"/>
              </a:ext>
            </a:extLst>
          </p:cNvPr>
          <p:cNvSpPr/>
          <p:nvPr/>
        </p:nvSpPr>
        <p:spPr>
          <a:xfrm>
            <a:off x="4727848" y="3907871"/>
            <a:ext cx="2096598" cy="2115931"/>
          </a:xfrm>
          <a:custGeom>
            <a:avLst/>
            <a:gdLst>
              <a:gd name="connsiteX0" fmla="*/ 337482 w 337482"/>
              <a:gd name="connsiteY0" fmla="*/ 168795 h 337589"/>
              <a:gd name="connsiteX1" fmla="*/ 168741 w 337482"/>
              <a:gd name="connsiteY1" fmla="*/ 337589 h 337589"/>
              <a:gd name="connsiteX2" fmla="*/ 0 w 337482"/>
              <a:gd name="connsiteY2" fmla="*/ 168795 h 337589"/>
              <a:gd name="connsiteX3" fmla="*/ 168741 w 337482"/>
              <a:gd name="connsiteY3" fmla="*/ 0 h 337589"/>
              <a:gd name="connsiteX4" fmla="*/ 337482 w 337482"/>
              <a:gd name="connsiteY4" fmla="*/ 168795 h 337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482" h="337589">
                <a:moveTo>
                  <a:pt x="337482" y="168795"/>
                </a:moveTo>
                <a:cubicBezTo>
                  <a:pt x="337482" y="262017"/>
                  <a:pt x="261934" y="337589"/>
                  <a:pt x="168741" y="337589"/>
                </a:cubicBezTo>
                <a:cubicBezTo>
                  <a:pt x="75548" y="337589"/>
                  <a:pt x="0" y="262017"/>
                  <a:pt x="0" y="168795"/>
                </a:cubicBezTo>
                <a:cubicBezTo>
                  <a:pt x="0" y="75572"/>
                  <a:pt x="75548" y="0"/>
                  <a:pt x="168741" y="0"/>
                </a:cubicBezTo>
                <a:cubicBezTo>
                  <a:pt x="261934" y="0"/>
                  <a:pt x="337482" y="75572"/>
                  <a:pt x="337482" y="168795"/>
                </a:cubicBezTo>
                <a:close/>
              </a:path>
            </a:pathLst>
          </a:custGeom>
          <a:solidFill>
            <a:schemeClr val="accent3">
              <a:lumMod val="25000"/>
            </a:schemeClr>
          </a:solidFill>
          <a:ln w="2453" cap="flat">
            <a:noFill/>
            <a:prstDash val="solid"/>
            <a:miter/>
          </a:ln>
        </p:spPr>
        <p:txBody>
          <a:bodyPr rtlCol="0" anchor="ctr"/>
          <a:lstStyle/>
          <a:p>
            <a:endParaRPr lang="en-US" sz="1350" dirty="0"/>
          </a:p>
        </p:txBody>
      </p:sp>
      <p:sp>
        <p:nvSpPr>
          <p:cNvPr id="84" name="TextBox 83">
            <a:extLst>
              <a:ext uri="{FF2B5EF4-FFF2-40B4-BE49-F238E27FC236}">
                <a16:creationId xmlns:a16="http://schemas.microsoft.com/office/drawing/2014/main" id="{B5E138F4-A2E6-4ABE-26AF-5648B9439D8B}"/>
              </a:ext>
            </a:extLst>
          </p:cNvPr>
          <p:cNvSpPr txBox="1"/>
          <p:nvPr/>
        </p:nvSpPr>
        <p:spPr>
          <a:xfrm>
            <a:off x="5162849" y="5014917"/>
            <a:ext cx="1293191" cy="646331"/>
          </a:xfrm>
          <a:prstGeom prst="rect">
            <a:avLst/>
          </a:prstGeom>
          <a:noFill/>
        </p:spPr>
        <p:txBody>
          <a:bodyPr wrap="square" lIns="0" rIns="0" rtlCol="0" anchor="ctr">
            <a:spAutoFit/>
          </a:bodyPr>
          <a:lstStyle/>
          <a:p>
            <a:pPr algn="ctr"/>
            <a:r>
              <a:rPr lang="en-US" b="1" noProof="1">
                <a:solidFill>
                  <a:schemeClr val="bg2"/>
                </a:solidFill>
              </a:rPr>
              <a:t>Ascendra Core</a:t>
            </a:r>
          </a:p>
        </p:txBody>
      </p:sp>
      <p:sp>
        <p:nvSpPr>
          <p:cNvPr id="105" name="TextBox 104">
            <a:extLst>
              <a:ext uri="{FF2B5EF4-FFF2-40B4-BE49-F238E27FC236}">
                <a16:creationId xmlns:a16="http://schemas.microsoft.com/office/drawing/2014/main" id="{CDEB2AEE-FB7B-6056-E0AB-FB3EC331FC01}"/>
              </a:ext>
            </a:extLst>
          </p:cNvPr>
          <p:cNvSpPr txBox="1"/>
          <p:nvPr/>
        </p:nvSpPr>
        <p:spPr>
          <a:xfrm>
            <a:off x="553713" y="5107250"/>
            <a:ext cx="2465711" cy="553998"/>
          </a:xfrm>
          <a:prstGeom prst="rect">
            <a:avLst/>
          </a:prstGeom>
          <a:noFill/>
        </p:spPr>
        <p:txBody>
          <a:bodyPr wrap="square" lIns="0" rIns="0" rtlCol="0" anchor="t">
            <a:spAutoFit/>
          </a:bodyPr>
          <a:lstStyle/>
          <a:p>
            <a:pPr>
              <a:spcBef>
                <a:spcPts val="0"/>
              </a:spcBef>
            </a:pPr>
            <a:r>
              <a:rPr lang="en-US" sz="1000" dirty="0">
                <a:solidFill>
                  <a:schemeClr val="bg2"/>
                </a:solidFill>
              </a:rPr>
              <a:t>AI‑enabled L&amp;D intelligence platform designed to provide continuous visibility into employee skill readiness.</a:t>
            </a:r>
          </a:p>
        </p:txBody>
      </p:sp>
      <p:pic>
        <p:nvPicPr>
          <p:cNvPr id="107" name="Graphic 106" descr="Internet with solid fill">
            <a:extLst>
              <a:ext uri="{FF2B5EF4-FFF2-40B4-BE49-F238E27FC236}">
                <a16:creationId xmlns:a16="http://schemas.microsoft.com/office/drawing/2014/main" id="{7A154C60-A6A3-8289-0810-965A50E3038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5616" y="4267921"/>
            <a:ext cx="914400" cy="914400"/>
          </a:xfrm>
          <a:prstGeom prst="rect">
            <a:avLst/>
          </a:prstGeom>
        </p:spPr>
      </p:pic>
      <p:sp>
        <p:nvSpPr>
          <p:cNvPr id="109" name="TextBox 108">
            <a:extLst>
              <a:ext uri="{FF2B5EF4-FFF2-40B4-BE49-F238E27FC236}">
                <a16:creationId xmlns:a16="http://schemas.microsoft.com/office/drawing/2014/main" id="{34D71AC6-068E-30D3-445E-1CCA56B64771}"/>
              </a:ext>
            </a:extLst>
          </p:cNvPr>
          <p:cNvSpPr txBox="1"/>
          <p:nvPr/>
        </p:nvSpPr>
        <p:spPr>
          <a:xfrm>
            <a:off x="459464" y="4780975"/>
            <a:ext cx="4114320" cy="338554"/>
          </a:xfrm>
          <a:prstGeom prst="rect">
            <a:avLst/>
          </a:prstGeom>
          <a:noFill/>
        </p:spPr>
        <p:txBody>
          <a:bodyPr wrap="square">
            <a:spAutoFit/>
          </a:bodyPr>
          <a:lstStyle/>
          <a:p>
            <a:pPr>
              <a:spcBef>
                <a:spcPts val="0"/>
              </a:spcBef>
            </a:pPr>
            <a:r>
              <a:rPr lang="en-US" sz="1600" b="1" dirty="0">
                <a:solidFill>
                  <a:schemeClr val="bg2"/>
                </a:solidFill>
              </a:rPr>
              <a:t>Platform Overview</a:t>
            </a:r>
          </a:p>
        </p:txBody>
      </p:sp>
      <p:sp>
        <p:nvSpPr>
          <p:cNvPr id="110" name="TextBox 109">
            <a:extLst>
              <a:ext uri="{FF2B5EF4-FFF2-40B4-BE49-F238E27FC236}">
                <a16:creationId xmlns:a16="http://schemas.microsoft.com/office/drawing/2014/main" id="{6A5652FA-D0A4-1843-77FF-CFA195A226AE}"/>
              </a:ext>
            </a:extLst>
          </p:cNvPr>
          <p:cNvSpPr txBox="1"/>
          <p:nvPr/>
        </p:nvSpPr>
        <p:spPr>
          <a:xfrm>
            <a:off x="478856" y="3349441"/>
            <a:ext cx="2834878" cy="861774"/>
          </a:xfrm>
          <a:prstGeom prst="rect">
            <a:avLst/>
          </a:prstGeom>
          <a:noFill/>
        </p:spPr>
        <p:txBody>
          <a:bodyPr wrap="square" lIns="0" rIns="0" rtlCol="0" anchor="t">
            <a:spAutoFit/>
          </a:bodyPr>
          <a:lstStyle/>
          <a:p>
            <a:pPr>
              <a:spcBef>
                <a:spcPts val="0"/>
              </a:spcBef>
            </a:pPr>
            <a:r>
              <a:rPr lang="en-US" sz="1000" dirty="0" err="1">
                <a:solidFill>
                  <a:schemeClr val="bg2"/>
                </a:solidFill>
              </a:rPr>
              <a:t>Ascendra</a:t>
            </a:r>
            <a:r>
              <a:rPr lang="en-US" sz="1000" dirty="0">
                <a:solidFill>
                  <a:schemeClr val="bg2"/>
                </a:solidFill>
              </a:rPr>
              <a:t> provides on‑demand conversational L&amp;D support that answers questions in natural language, offers guided prompts, and maintains session history/context to deliver consistent, personalized follow‑up guidance.</a:t>
            </a:r>
          </a:p>
        </p:txBody>
      </p:sp>
      <p:sp>
        <p:nvSpPr>
          <p:cNvPr id="111" name="TextBox 110">
            <a:extLst>
              <a:ext uri="{FF2B5EF4-FFF2-40B4-BE49-F238E27FC236}">
                <a16:creationId xmlns:a16="http://schemas.microsoft.com/office/drawing/2014/main" id="{5C70A2B2-C40C-572E-4E9D-EB7368E82594}"/>
              </a:ext>
            </a:extLst>
          </p:cNvPr>
          <p:cNvSpPr txBox="1"/>
          <p:nvPr/>
        </p:nvSpPr>
        <p:spPr>
          <a:xfrm>
            <a:off x="407368" y="3061409"/>
            <a:ext cx="2938585" cy="338554"/>
          </a:xfrm>
          <a:prstGeom prst="rect">
            <a:avLst/>
          </a:prstGeom>
          <a:noFill/>
        </p:spPr>
        <p:txBody>
          <a:bodyPr wrap="square">
            <a:spAutoFit/>
          </a:bodyPr>
          <a:lstStyle/>
          <a:p>
            <a:pPr>
              <a:spcBef>
                <a:spcPts val="0"/>
              </a:spcBef>
            </a:pPr>
            <a:r>
              <a:rPr lang="en-US" sz="1600" b="1" dirty="0">
                <a:solidFill>
                  <a:schemeClr val="bg2"/>
                </a:solidFill>
              </a:rPr>
              <a:t>Conversational AI</a:t>
            </a:r>
          </a:p>
        </p:txBody>
      </p:sp>
      <p:sp>
        <p:nvSpPr>
          <p:cNvPr id="115" name="TextBox 114">
            <a:extLst>
              <a:ext uri="{FF2B5EF4-FFF2-40B4-BE49-F238E27FC236}">
                <a16:creationId xmlns:a16="http://schemas.microsoft.com/office/drawing/2014/main" id="{D23682F0-9140-937D-75E7-40ED35A7A473}"/>
              </a:ext>
            </a:extLst>
          </p:cNvPr>
          <p:cNvSpPr txBox="1"/>
          <p:nvPr/>
        </p:nvSpPr>
        <p:spPr>
          <a:xfrm>
            <a:off x="839416" y="1916832"/>
            <a:ext cx="3300635" cy="861774"/>
          </a:xfrm>
          <a:prstGeom prst="rect">
            <a:avLst/>
          </a:prstGeom>
          <a:noFill/>
        </p:spPr>
        <p:txBody>
          <a:bodyPr wrap="square" lIns="0" rIns="0" rtlCol="0" anchor="t">
            <a:spAutoFit/>
          </a:bodyPr>
          <a:lstStyle/>
          <a:p>
            <a:pPr>
              <a:spcBef>
                <a:spcPts val="0"/>
              </a:spcBef>
            </a:pPr>
            <a:r>
              <a:rPr lang="en-US" sz="1000" dirty="0" err="1">
                <a:solidFill>
                  <a:schemeClr val="bg2"/>
                </a:solidFill>
              </a:rPr>
              <a:t>Ascendra’s</a:t>
            </a:r>
            <a:r>
              <a:rPr lang="en-US" sz="1000" dirty="0">
                <a:solidFill>
                  <a:schemeClr val="bg2"/>
                </a:solidFill>
              </a:rPr>
              <a:t> dashboard gives a single, actionable view of role readiness and skill gaps, tracks learning impact and momentum (including certification eligibility), and highlights priority focus areas through a skill-readiness matrix and gap severity indicators.</a:t>
            </a:r>
          </a:p>
        </p:txBody>
      </p:sp>
      <p:sp>
        <p:nvSpPr>
          <p:cNvPr id="116" name="TextBox 115">
            <a:extLst>
              <a:ext uri="{FF2B5EF4-FFF2-40B4-BE49-F238E27FC236}">
                <a16:creationId xmlns:a16="http://schemas.microsoft.com/office/drawing/2014/main" id="{E2A723CA-0BF2-456F-4EB1-8A23CEEBFBDE}"/>
              </a:ext>
            </a:extLst>
          </p:cNvPr>
          <p:cNvSpPr txBox="1"/>
          <p:nvPr/>
        </p:nvSpPr>
        <p:spPr>
          <a:xfrm>
            <a:off x="592037" y="1628800"/>
            <a:ext cx="4309087" cy="338554"/>
          </a:xfrm>
          <a:prstGeom prst="rect">
            <a:avLst/>
          </a:prstGeom>
          <a:noFill/>
        </p:spPr>
        <p:txBody>
          <a:bodyPr wrap="square">
            <a:spAutoFit/>
          </a:bodyPr>
          <a:lstStyle/>
          <a:p>
            <a:pPr>
              <a:spcBef>
                <a:spcPts val="0"/>
              </a:spcBef>
            </a:pPr>
            <a:r>
              <a:rPr lang="en-US" sz="1600" b="1" dirty="0">
                <a:solidFill>
                  <a:schemeClr val="bg2"/>
                </a:solidFill>
              </a:rPr>
              <a:t>Personalized L&amp;D Dashboard</a:t>
            </a:r>
          </a:p>
        </p:txBody>
      </p:sp>
      <p:sp>
        <p:nvSpPr>
          <p:cNvPr id="119" name="TextBox 118">
            <a:extLst>
              <a:ext uri="{FF2B5EF4-FFF2-40B4-BE49-F238E27FC236}">
                <a16:creationId xmlns:a16="http://schemas.microsoft.com/office/drawing/2014/main" id="{E42D22DE-CF8A-F9EC-4CB8-980D01E4254D}"/>
              </a:ext>
            </a:extLst>
          </p:cNvPr>
          <p:cNvSpPr txBox="1"/>
          <p:nvPr/>
        </p:nvSpPr>
        <p:spPr>
          <a:xfrm>
            <a:off x="4223791" y="1286113"/>
            <a:ext cx="3300635" cy="707886"/>
          </a:xfrm>
          <a:prstGeom prst="rect">
            <a:avLst/>
          </a:prstGeom>
          <a:noFill/>
        </p:spPr>
        <p:txBody>
          <a:bodyPr wrap="square" lIns="0" rIns="0" rtlCol="0" anchor="t">
            <a:spAutoFit/>
          </a:bodyPr>
          <a:lstStyle/>
          <a:p>
            <a:pPr>
              <a:spcBef>
                <a:spcPts val="0"/>
              </a:spcBef>
            </a:pPr>
            <a:r>
              <a:rPr lang="en-US" sz="1000" dirty="0" err="1">
                <a:solidFill>
                  <a:schemeClr val="bg2"/>
                </a:solidFill>
              </a:rPr>
              <a:t>Ascendra</a:t>
            </a:r>
            <a:r>
              <a:rPr lang="en-US" sz="1000" dirty="0">
                <a:solidFill>
                  <a:schemeClr val="bg2"/>
                </a:solidFill>
              </a:rPr>
              <a:t> converts identified skill gaps into prioritized learning journeys (what to start/continue/complete) and provides ongoing progress visibility through streaks, completions, learning debt, and time-based tracking.</a:t>
            </a:r>
          </a:p>
        </p:txBody>
      </p:sp>
      <p:sp>
        <p:nvSpPr>
          <p:cNvPr id="120" name="TextBox 119">
            <a:extLst>
              <a:ext uri="{FF2B5EF4-FFF2-40B4-BE49-F238E27FC236}">
                <a16:creationId xmlns:a16="http://schemas.microsoft.com/office/drawing/2014/main" id="{EE85F068-7882-09ED-2120-6FE605FDB408}"/>
              </a:ext>
            </a:extLst>
          </p:cNvPr>
          <p:cNvSpPr txBox="1"/>
          <p:nvPr/>
        </p:nvSpPr>
        <p:spPr>
          <a:xfrm>
            <a:off x="4067002" y="980728"/>
            <a:ext cx="3593399" cy="338554"/>
          </a:xfrm>
          <a:prstGeom prst="rect">
            <a:avLst/>
          </a:prstGeom>
          <a:noFill/>
        </p:spPr>
        <p:txBody>
          <a:bodyPr wrap="square">
            <a:spAutoFit/>
          </a:bodyPr>
          <a:lstStyle/>
          <a:p>
            <a:pPr>
              <a:spcBef>
                <a:spcPts val="0"/>
              </a:spcBef>
            </a:pPr>
            <a:r>
              <a:rPr lang="en-US" sz="1600" b="1" dirty="0">
                <a:solidFill>
                  <a:schemeClr val="bg2"/>
                </a:solidFill>
              </a:rPr>
              <a:t>Learning Progress Aligned </a:t>
            </a:r>
          </a:p>
        </p:txBody>
      </p:sp>
      <p:sp>
        <p:nvSpPr>
          <p:cNvPr id="2" name="TextBox 1">
            <a:extLst>
              <a:ext uri="{FF2B5EF4-FFF2-40B4-BE49-F238E27FC236}">
                <a16:creationId xmlns:a16="http://schemas.microsoft.com/office/drawing/2014/main" id="{0752C72D-B262-79C0-4D68-A01BF225312E}"/>
              </a:ext>
            </a:extLst>
          </p:cNvPr>
          <p:cNvSpPr txBox="1"/>
          <p:nvPr/>
        </p:nvSpPr>
        <p:spPr>
          <a:xfrm>
            <a:off x="8051950" y="1934185"/>
            <a:ext cx="3165612" cy="861774"/>
          </a:xfrm>
          <a:prstGeom prst="rect">
            <a:avLst/>
          </a:prstGeom>
          <a:noFill/>
        </p:spPr>
        <p:txBody>
          <a:bodyPr wrap="square" lIns="0" rIns="0" rtlCol="0" anchor="t">
            <a:spAutoFit/>
          </a:bodyPr>
          <a:lstStyle/>
          <a:p>
            <a:pPr>
              <a:spcBef>
                <a:spcPts val="0"/>
              </a:spcBef>
            </a:pPr>
            <a:r>
              <a:rPr lang="en-US" sz="1000" dirty="0" err="1">
                <a:solidFill>
                  <a:schemeClr val="bg2"/>
                </a:solidFill>
              </a:rPr>
              <a:t>Ascendra</a:t>
            </a:r>
            <a:r>
              <a:rPr lang="en-US" sz="1000" dirty="0">
                <a:solidFill>
                  <a:schemeClr val="bg2"/>
                </a:solidFill>
              </a:rPr>
              <a:t> provides readiness‑based certification guidance by mapping certifications to current skill readiness, highlighting gaps with targeted preparation paths, and guiding users to take the right next step at the right time—avoiding premature attempts.</a:t>
            </a:r>
          </a:p>
        </p:txBody>
      </p:sp>
      <p:sp>
        <p:nvSpPr>
          <p:cNvPr id="7" name="TextBox 6">
            <a:extLst>
              <a:ext uri="{FF2B5EF4-FFF2-40B4-BE49-F238E27FC236}">
                <a16:creationId xmlns:a16="http://schemas.microsoft.com/office/drawing/2014/main" id="{2D1B0D0F-A7BD-BC6E-5DE2-AEC3F821BCA9}"/>
              </a:ext>
            </a:extLst>
          </p:cNvPr>
          <p:cNvSpPr txBox="1"/>
          <p:nvPr/>
        </p:nvSpPr>
        <p:spPr>
          <a:xfrm>
            <a:off x="7763919" y="1628800"/>
            <a:ext cx="4308745" cy="338554"/>
          </a:xfrm>
          <a:prstGeom prst="rect">
            <a:avLst/>
          </a:prstGeom>
          <a:noFill/>
        </p:spPr>
        <p:txBody>
          <a:bodyPr wrap="square">
            <a:spAutoFit/>
          </a:bodyPr>
          <a:lstStyle/>
          <a:p>
            <a:pPr>
              <a:spcBef>
                <a:spcPts val="0"/>
              </a:spcBef>
            </a:pPr>
            <a:r>
              <a:rPr lang="en-US" sz="1600" b="1" dirty="0">
                <a:solidFill>
                  <a:schemeClr val="bg2"/>
                </a:solidFill>
              </a:rPr>
              <a:t>Certification Readiness &amp; Eligibility </a:t>
            </a:r>
          </a:p>
        </p:txBody>
      </p:sp>
      <p:sp>
        <p:nvSpPr>
          <p:cNvPr id="8" name="TextBox 7">
            <a:extLst>
              <a:ext uri="{FF2B5EF4-FFF2-40B4-BE49-F238E27FC236}">
                <a16:creationId xmlns:a16="http://schemas.microsoft.com/office/drawing/2014/main" id="{D1433F1F-E8BD-82CE-6512-0C448659EF62}"/>
              </a:ext>
            </a:extLst>
          </p:cNvPr>
          <p:cNvSpPr txBox="1"/>
          <p:nvPr/>
        </p:nvSpPr>
        <p:spPr>
          <a:xfrm>
            <a:off x="8626745" y="3302337"/>
            <a:ext cx="3041148" cy="861774"/>
          </a:xfrm>
          <a:prstGeom prst="rect">
            <a:avLst/>
          </a:prstGeom>
          <a:noFill/>
        </p:spPr>
        <p:txBody>
          <a:bodyPr wrap="square" lIns="0" rIns="0" rtlCol="0" anchor="t">
            <a:spAutoFit/>
          </a:bodyPr>
          <a:lstStyle/>
          <a:p>
            <a:pPr>
              <a:spcBef>
                <a:spcPts val="0"/>
              </a:spcBef>
            </a:pPr>
            <a:r>
              <a:rPr lang="en-US" sz="1000" dirty="0" err="1">
                <a:solidFill>
                  <a:schemeClr val="bg2"/>
                </a:solidFill>
              </a:rPr>
              <a:t>Ascendra</a:t>
            </a:r>
            <a:r>
              <a:rPr lang="en-US" sz="1000" dirty="0">
                <a:solidFill>
                  <a:schemeClr val="bg2"/>
                </a:solidFill>
              </a:rPr>
              <a:t> converts identified skill gaps into prioritized learning journeys (what to start/continue/complete) and provides ongoing progress visibility through streaks, completions, learning debt, and time-based tracking.</a:t>
            </a:r>
          </a:p>
        </p:txBody>
      </p:sp>
      <p:sp>
        <p:nvSpPr>
          <p:cNvPr id="9" name="TextBox 8">
            <a:extLst>
              <a:ext uri="{FF2B5EF4-FFF2-40B4-BE49-F238E27FC236}">
                <a16:creationId xmlns:a16="http://schemas.microsoft.com/office/drawing/2014/main" id="{1B84B6BE-B2A4-5856-E80C-93373F06F4E5}"/>
              </a:ext>
            </a:extLst>
          </p:cNvPr>
          <p:cNvSpPr txBox="1"/>
          <p:nvPr/>
        </p:nvSpPr>
        <p:spPr>
          <a:xfrm>
            <a:off x="8482730" y="2996952"/>
            <a:ext cx="3310896" cy="338554"/>
          </a:xfrm>
          <a:prstGeom prst="rect">
            <a:avLst/>
          </a:prstGeom>
          <a:noFill/>
        </p:spPr>
        <p:txBody>
          <a:bodyPr wrap="square">
            <a:spAutoFit/>
          </a:bodyPr>
          <a:lstStyle/>
          <a:p>
            <a:pPr>
              <a:spcBef>
                <a:spcPts val="0"/>
              </a:spcBef>
            </a:pPr>
            <a:r>
              <a:rPr lang="en-US" sz="1600" b="1" dirty="0">
                <a:solidFill>
                  <a:schemeClr val="bg2"/>
                </a:solidFill>
              </a:rPr>
              <a:t>Manager Dashboard </a:t>
            </a:r>
          </a:p>
        </p:txBody>
      </p:sp>
      <p:sp>
        <p:nvSpPr>
          <p:cNvPr id="12" name="TextBox 11">
            <a:extLst>
              <a:ext uri="{FF2B5EF4-FFF2-40B4-BE49-F238E27FC236}">
                <a16:creationId xmlns:a16="http://schemas.microsoft.com/office/drawing/2014/main" id="{9932B94E-CD37-3930-F48A-BC5266F9CF87}"/>
              </a:ext>
            </a:extLst>
          </p:cNvPr>
          <p:cNvSpPr txBox="1"/>
          <p:nvPr/>
        </p:nvSpPr>
        <p:spPr>
          <a:xfrm>
            <a:off x="8553265" y="4886513"/>
            <a:ext cx="3041148" cy="861774"/>
          </a:xfrm>
          <a:prstGeom prst="rect">
            <a:avLst/>
          </a:prstGeom>
          <a:noFill/>
        </p:spPr>
        <p:txBody>
          <a:bodyPr wrap="square" lIns="0" rIns="0" rtlCol="0" anchor="t">
            <a:spAutoFit/>
          </a:bodyPr>
          <a:lstStyle/>
          <a:p>
            <a:pPr>
              <a:spcBef>
                <a:spcPts val="0"/>
              </a:spcBef>
            </a:pPr>
            <a:r>
              <a:rPr lang="en-US" sz="1000" dirty="0" err="1">
                <a:solidFill>
                  <a:schemeClr val="bg2"/>
                </a:solidFill>
              </a:rPr>
              <a:t>Ascendra</a:t>
            </a:r>
            <a:r>
              <a:rPr lang="en-US" sz="1000" dirty="0">
                <a:solidFill>
                  <a:schemeClr val="bg2"/>
                </a:solidFill>
              </a:rPr>
              <a:t> converts identified skill gaps into prioritized learning journeys (what to start/continue/complete) and provides ongoing progress visibility through streaks, completions, learning debt, and time-based tracking.</a:t>
            </a:r>
          </a:p>
        </p:txBody>
      </p:sp>
      <p:sp>
        <p:nvSpPr>
          <p:cNvPr id="13" name="TextBox 12">
            <a:extLst>
              <a:ext uri="{FF2B5EF4-FFF2-40B4-BE49-F238E27FC236}">
                <a16:creationId xmlns:a16="http://schemas.microsoft.com/office/drawing/2014/main" id="{96DC557E-8701-4827-8DF0-13D85286E149}"/>
              </a:ext>
            </a:extLst>
          </p:cNvPr>
          <p:cNvSpPr txBox="1"/>
          <p:nvPr/>
        </p:nvSpPr>
        <p:spPr>
          <a:xfrm>
            <a:off x="8409250" y="4581128"/>
            <a:ext cx="3310896" cy="338554"/>
          </a:xfrm>
          <a:prstGeom prst="rect">
            <a:avLst/>
          </a:prstGeom>
          <a:noFill/>
        </p:spPr>
        <p:txBody>
          <a:bodyPr wrap="square">
            <a:spAutoFit/>
          </a:bodyPr>
          <a:lstStyle/>
          <a:p>
            <a:pPr>
              <a:spcBef>
                <a:spcPts val="0"/>
              </a:spcBef>
            </a:pPr>
            <a:r>
              <a:rPr lang="en-US" sz="1600" b="1" dirty="0">
                <a:solidFill>
                  <a:schemeClr val="bg2"/>
                </a:solidFill>
              </a:rPr>
              <a:t>Achievements </a:t>
            </a:r>
          </a:p>
        </p:txBody>
      </p:sp>
      <mc:AlternateContent xmlns:mc="http://schemas.openxmlformats.org/markup-compatibility/2006" xmlns:pslz="http://schemas.microsoft.com/office/powerpoint/2016/slidezoom">
        <mc:Choice Requires="pslz">
          <p:graphicFrame>
            <p:nvGraphicFramePr>
              <p:cNvPr id="24" name="Slide Zoom 23">
                <a:extLst>
                  <a:ext uri="{FF2B5EF4-FFF2-40B4-BE49-F238E27FC236}">
                    <a16:creationId xmlns:a16="http://schemas.microsoft.com/office/drawing/2014/main" id="{D600E05F-5607-BCFB-22ED-B5324DF16923}"/>
                  </a:ext>
                </a:extLst>
              </p:cNvPr>
              <p:cNvGraphicFramePr>
                <a:graphicFrameLocks noChangeAspect="1"/>
              </p:cNvGraphicFramePr>
              <p:nvPr>
                <p:extLst>
                  <p:ext uri="{D42A27DB-BD31-4B8C-83A1-F6EECF244321}">
                    <p14:modId xmlns:p14="http://schemas.microsoft.com/office/powerpoint/2010/main" val="113903987"/>
                  </p:ext>
                </p:extLst>
              </p:nvPr>
            </p:nvGraphicFramePr>
            <p:xfrm>
              <a:off x="4180122" y="5213528"/>
              <a:ext cx="186239" cy="186239"/>
            </p:xfrm>
            <a:graphic>
              <a:graphicData uri="http://schemas.microsoft.com/office/powerpoint/2016/slidezoom">
                <pslz:sldZm>
                  <pslz:sldZmObj sldId="276" cId="3277394738">
                    <pslz:zmPr id="{46B70A4F-7602-40C9-B2C7-FF1BA3D75EAC}" returnToParent="0" imageType="cover" transitionDur="1000">
                      <p166:blipFill xmlns:p166="http://schemas.microsoft.com/office/powerpoint/2016/6/main">
                        <a:blip>
                          <a:extLst>
                            <a:ext uri="{96DAC541-7B7A-43D3-8B79-37D633B846F1}">
                              <asvg:svgBlip xmlns:asvg="http://schemas.microsoft.com/office/drawing/2016/SVG/main" r:embed="rId3"/>
                            </a:ext>
                          </a:extLst>
                        </a:blip>
                        <a:stretch>
                          <a:fillRect/>
                        </a:stretch>
                      </p166:blipFill>
                      <p166:spPr xmlns:p166="http://schemas.microsoft.com/office/powerpoint/2016/6/main">
                        <a:xfrm>
                          <a:off x="0" y="0"/>
                          <a:ext cx="186239" cy="186239"/>
                        </a:xfrm>
                        <a:prstGeom prst="rect">
                          <a:avLst/>
                        </a:prstGeom>
                        <a:noFill/>
                        <a:ln w="3175">
                          <a:solidFill>
                            <a:prstClr val="ltGray"/>
                          </a:solidFill>
                        </a:ln>
                      </p166:spPr>
                    </pslz:zmPr>
                  </pslz:sldZmObj>
                </pslz:sldZm>
              </a:graphicData>
            </a:graphic>
          </p:graphicFrame>
        </mc:Choice>
        <mc:Fallback xmlns="">
          <p:pic>
            <p:nvPicPr>
              <p:cNvPr id="24" name="Slide Zoom 23">
                <a:extLst>
                  <a:ext uri="{FF2B5EF4-FFF2-40B4-BE49-F238E27FC236}">
                    <a16:creationId xmlns:a16="http://schemas.microsoft.com/office/drawing/2014/main" id="{D600E05F-5607-BCFB-22ED-B5324DF16923}"/>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4"/>
                  </a:ext>
                </a:extLst>
              </a:blip>
              <a:stretch>
                <a:fillRect/>
              </a:stretch>
            </p:blipFill>
            <p:spPr>
              <a:xfrm>
                <a:off x="4180122" y="5213528"/>
                <a:ext cx="186239" cy="186239"/>
              </a:xfrm>
              <a:prstGeom prst="rect">
                <a:avLst/>
              </a:prstGeom>
              <a:noFill/>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6" name="Slide Zoom 25">
                <a:extLst>
                  <a:ext uri="{FF2B5EF4-FFF2-40B4-BE49-F238E27FC236}">
                    <a16:creationId xmlns:a16="http://schemas.microsoft.com/office/drawing/2014/main" id="{442E9285-4EAD-3BBB-4C60-0AB3F007FD01}"/>
                  </a:ext>
                </a:extLst>
              </p:cNvPr>
              <p:cNvGraphicFramePr>
                <a:graphicFrameLocks noChangeAspect="1"/>
              </p:cNvGraphicFramePr>
              <p:nvPr>
                <p:extLst>
                  <p:ext uri="{D42A27DB-BD31-4B8C-83A1-F6EECF244321}">
                    <p14:modId xmlns:p14="http://schemas.microsoft.com/office/powerpoint/2010/main" val="1195720892"/>
                  </p:ext>
                </p:extLst>
              </p:nvPr>
            </p:nvGraphicFramePr>
            <p:xfrm>
              <a:off x="4331624" y="4149080"/>
              <a:ext cx="189194" cy="189194"/>
            </p:xfrm>
            <a:graphic>
              <a:graphicData uri="http://schemas.microsoft.com/office/powerpoint/2016/slidezoom">
                <pslz:sldZm>
                  <pslz:sldZmObj sldId="295" cId="2591118556">
                    <pslz:zmPr id="{519940BA-3221-46CA-A99A-AB1299A33092}" returnToParent="0" imageType="cover" transitionDur="1000">
                      <p166:blipFill xmlns:p166="http://schemas.microsoft.com/office/powerpoint/2016/6/main">
                        <a:blip>
                          <a:extLst>
                            <a:ext uri="{96DAC541-7B7A-43D3-8B79-37D633B846F1}">
                              <asvg:svgBlip xmlns:asvg="http://schemas.microsoft.com/office/drawing/2016/SVG/main" r:embed="rId4"/>
                            </a:ext>
                          </a:extLst>
                        </a:blip>
                        <a:stretch>
                          <a:fillRect/>
                        </a:stretch>
                      </p166:blipFill>
                      <p166:spPr xmlns:p166="http://schemas.microsoft.com/office/powerpoint/2016/6/main">
                        <a:xfrm>
                          <a:off x="0" y="0"/>
                          <a:ext cx="189194" cy="189194"/>
                        </a:xfrm>
                        <a:prstGeom prst="rect">
                          <a:avLst/>
                        </a:prstGeom>
                        <a:ln w="3175">
                          <a:solidFill>
                            <a:prstClr val="ltGray"/>
                          </a:solidFill>
                        </a:ln>
                      </p166:spPr>
                    </pslz:zmPr>
                  </pslz:sldZmObj>
                </pslz:sldZm>
              </a:graphicData>
            </a:graphic>
          </p:graphicFrame>
        </mc:Choice>
        <mc:Fallback xmlns="">
          <p:pic>
            <p:nvPicPr>
              <p:cNvPr id="26" name="Slide Zoom 25">
                <a:extLst>
                  <a:ext uri="{FF2B5EF4-FFF2-40B4-BE49-F238E27FC236}">
                    <a16:creationId xmlns:a16="http://schemas.microsoft.com/office/drawing/2014/main" id="{442E9285-4EAD-3BBB-4C60-0AB3F007FD01}"/>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4"/>
                  </a:ext>
                </a:extLst>
              </a:blip>
              <a:stretch>
                <a:fillRect/>
              </a:stretch>
            </p:blipFill>
            <p:spPr>
              <a:xfrm>
                <a:off x="4331624" y="4149080"/>
                <a:ext cx="189194" cy="189194"/>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29" name="Slide Zoom 28">
                <a:extLst>
                  <a:ext uri="{FF2B5EF4-FFF2-40B4-BE49-F238E27FC236}">
                    <a16:creationId xmlns:a16="http://schemas.microsoft.com/office/drawing/2014/main" id="{18B01AB3-07D9-DDD5-21FD-55E2147087F1}"/>
                  </a:ext>
                </a:extLst>
              </p:cNvPr>
              <p:cNvGraphicFramePr>
                <a:graphicFrameLocks noChangeAspect="1"/>
              </p:cNvGraphicFramePr>
              <p:nvPr>
                <p:extLst>
                  <p:ext uri="{D42A27DB-BD31-4B8C-83A1-F6EECF244321}">
                    <p14:modId xmlns:p14="http://schemas.microsoft.com/office/powerpoint/2010/main" val="1837598042"/>
                  </p:ext>
                </p:extLst>
              </p:nvPr>
            </p:nvGraphicFramePr>
            <p:xfrm>
              <a:off x="4951082" y="3529053"/>
              <a:ext cx="207075" cy="207075"/>
            </p:xfrm>
            <a:graphic>
              <a:graphicData uri="http://schemas.microsoft.com/office/powerpoint/2016/slidezoom">
                <pslz:sldZm>
                  <pslz:sldZmObj sldId="308" cId="1222046436">
                    <pslz:zmPr id="{DFB0EE96-AE58-4419-BA4C-34D9D320C27A}" returnToParent="0" imageType="cover" transitionDur="1000">
                      <p166:blipFill xmlns:p166="http://schemas.microsoft.com/office/powerpoint/2016/6/main">
                        <a:blip>
                          <a:extLst>
                            <a:ext uri="{96DAC541-7B7A-43D3-8B79-37D633B846F1}">
                              <asvg:svgBlip xmlns:asvg="http://schemas.microsoft.com/office/drawing/2016/SVG/main" r:embed="rId3"/>
                            </a:ext>
                          </a:extLst>
                        </a:blip>
                        <a:stretch>
                          <a:fillRect/>
                        </a:stretch>
                      </p166:blipFill>
                      <p166:spPr xmlns:p166="http://schemas.microsoft.com/office/powerpoint/2016/6/main">
                        <a:xfrm>
                          <a:off x="0" y="0"/>
                          <a:ext cx="207075" cy="207075"/>
                        </a:xfrm>
                        <a:prstGeom prst="rect">
                          <a:avLst/>
                        </a:prstGeom>
                        <a:ln w="3175">
                          <a:solidFill>
                            <a:prstClr val="ltGray"/>
                          </a:solidFill>
                        </a:ln>
                      </p166:spPr>
                    </pslz:zmPr>
                  </pslz:sldZmObj>
                </pslz:sldZm>
              </a:graphicData>
            </a:graphic>
          </p:graphicFrame>
        </mc:Choice>
        <mc:Fallback xmlns="">
          <p:pic>
            <p:nvPicPr>
              <p:cNvPr id="29" name="Slide Zoom 28">
                <a:extLst>
                  <a:ext uri="{FF2B5EF4-FFF2-40B4-BE49-F238E27FC236}">
                    <a16:creationId xmlns:a16="http://schemas.microsoft.com/office/drawing/2014/main" id="{18B01AB3-07D9-DDD5-21FD-55E2147087F1}"/>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4"/>
                  </a:ext>
                </a:extLst>
              </a:blip>
              <a:stretch>
                <a:fillRect/>
              </a:stretch>
            </p:blipFill>
            <p:spPr>
              <a:xfrm>
                <a:off x="4951082" y="3529053"/>
                <a:ext cx="207075" cy="207075"/>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1" name="Slide Zoom 30">
                <a:extLst>
                  <a:ext uri="{FF2B5EF4-FFF2-40B4-BE49-F238E27FC236}">
                    <a16:creationId xmlns:a16="http://schemas.microsoft.com/office/drawing/2014/main" id="{3EA79A9D-DC80-F877-F783-521C5898E86F}"/>
                  </a:ext>
                </a:extLst>
              </p:cNvPr>
              <p:cNvGraphicFramePr>
                <a:graphicFrameLocks noChangeAspect="1"/>
              </p:cNvGraphicFramePr>
              <p:nvPr>
                <p:extLst>
                  <p:ext uri="{D42A27DB-BD31-4B8C-83A1-F6EECF244321}">
                    <p14:modId xmlns:p14="http://schemas.microsoft.com/office/powerpoint/2010/main" val="3562754416"/>
                  </p:ext>
                </p:extLst>
              </p:nvPr>
            </p:nvGraphicFramePr>
            <p:xfrm>
              <a:off x="5672635" y="3169671"/>
              <a:ext cx="210623" cy="210623"/>
            </p:xfrm>
            <a:graphic>
              <a:graphicData uri="http://schemas.microsoft.com/office/powerpoint/2016/slidezoom">
                <pslz:sldZm>
                  <pslz:sldZmObj sldId="257" cId="123600711">
                    <pslz:zmPr id="{7F54FE5E-DAB2-4B72-B079-BF89998553C4}" returnToParent="0" imageType="cover" transitionDur="1000">
                      <p166:blipFill xmlns:p166="http://schemas.microsoft.com/office/powerpoint/2016/6/main">
                        <a:blip>
                          <a:extLst>
                            <a:ext uri="{96DAC541-7B7A-43D3-8B79-37D633B846F1}">
                              <asvg:svgBlip xmlns:asvg="http://schemas.microsoft.com/office/drawing/2016/SVG/main" r:embed="rId4"/>
                            </a:ext>
                          </a:extLst>
                        </a:blip>
                        <a:stretch>
                          <a:fillRect/>
                        </a:stretch>
                      </p166:blipFill>
                      <p166:spPr xmlns:p166="http://schemas.microsoft.com/office/powerpoint/2016/6/main">
                        <a:xfrm>
                          <a:off x="0" y="0"/>
                          <a:ext cx="210623" cy="210623"/>
                        </a:xfrm>
                        <a:prstGeom prst="rect">
                          <a:avLst/>
                        </a:prstGeom>
                        <a:ln w="3175">
                          <a:solidFill>
                            <a:prstClr val="ltGray"/>
                          </a:solidFill>
                        </a:ln>
                      </p166:spPr>
                    </pslz:zmPr>
                  </pslz:sldZmObj>
                </pslz:sldZm>
              </a:graphicData>
            </a:graphic>
          </p:graphicFrame>
        </mc:Choice>
        <mc:Fallback xmlns="">
          <p:pic>
            <p:nvPicPr>
              <p:cNvPr id="31" name="Slide Zoom 30">
                <a:extLst>
                  <a:ext uri="{FF2B5EF4-FFF2-40B4-BE49-F238E27FC236}">
                    <a16:creationId xmlns:a16="http://schemas.microsoft.com/office/drawing/2014/main" id="{3EA79A9D-DC80-F877-F783-521C5898E86F}"/>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4"/>
                  </a:ext>
                </a:extLst>
              </a:blip>
              <a:stretch>
                <a:fillRect/>
              </a:stretch>
            </p:blipFill>
            <p:spPr>
              <a:xfrm>
                <a:off x="5672635" y="3169671"/>
                <a:ext cx="210623" cy="21062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3" name="Slide Zoom 32">
                <a:extLst>
                  <a:ext uri="{FF2B5EF4-FFF2-40B4-BE49-F238E27FC236}">
                    <a16:creationId xmlns:a16="http://schemas.microsoft.com/office/drawing/2014/main" id="{F55F6B0A-9628-8AA1-417B-0125A8C56400}"/>
                  </a:ext>
                </a:extLst>
              </p:cNvPr>
              <p:cNvGraphicFramePr>
                <a:graphicFrameLocks noChangeAspect="1"/>
              </p:cNvGraphicFramePr>
              <p:nvPr>
                <p:extLst>
                  <p:ext uri="{D42A27DB-BD31-4B8C-83A1-F6EECF244321}">
                    <p14:modId xmlns:p14="http://schemas.microsoft.com/office/powerpoint/2010/main" val="1898142847"/>
                  </p:ext>
                </p:extLst>
              </p:nvPr>
            </p:nvGraphicFramePr>
            <p:xfrm>
              <a:off x="6721618" y="3516137"/>
              <a:ext cx="232906" cy="232906"/>
            </p:xfrm>
            <a:graphic>
              <a:graphicData uri="http://schemas.microsoft.com/office/powerpoint/2016/slidezoom">
                <pslz:sldZm>
                  <pslz:sldZmObj sldId="256" cId="1478340785">
                    <pslz:zmPr id="{EE8D3C7B-C964-405E-88EB-CA036EDAB630}" returnToParent="0" imageType="cover" transitionDur="1000">
                      <p166:blipFill xmlns:p166="http://schemas.microsoft.com/office/powerpoint/2016/6/main">
                        <a:blip>
                          <a:extLst>
                            <a:ext uri="{96DAC541-7B7A-43D3-8B79-37D633B846F1}">
                              <asvg:svgBlip xmlns:asvg="http://schemas.microsoft.com/office/drawing/2016/SVG/main" r:embed="rId4"/>
                            </a:ext>
                          </a:extLst>
                        </a:blip>
                        <a:stretch>
                          <a:fillRect/>
                        </a:stretch>
                      </p166:blipFill>
                      <p166:spPr xmlns:p166="http://schemas.microsoft.com/office/powerpoint/2016/6/main">
                        <a:xfrm>
                          <a:off x="0" y="0"/>
                          <a:ext cx="232906" cy="232906"/>
                        </a:xfrm>
                        <a:prstGeom prst="rect">
                          <a:avLst/>
                        </a:prstGeom>
                        <a:ln w="3175">
                          <a:solidFill>
                            <a:prstClr val="ltGray"/>
                          </a:solidFill>
                        </a:ln>
                      </p166:spPr>
                    </pslz:zmPr>
                  </pslz:sldZmObj>
                </pslz:sldZm>
              </a:graphicData>
            </a:graphic>
          </p:graphicFrame>
        </mc:Choice>
        <mc:Fallback xmlns="">
          <p:pic>
            <p:nvPicPr>
              <p:cNvPr id="33" name="Slide Zoom 32">
                <a:extLst>
                  <a:ext uri="{FF2B5EF4-FFF2-40B4-BE49-F238E27FC236}">
                    <a16:creationId xmlns:a16="http://schemas.microsoft.com/office/drawing/2014/main" id="{F55F6B0A-9628-8AA1-417B-0125A8C56400}"/>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4"/>
                  </a:ext>
                </a:extLst>
              </a:blip>
              <a:stretch>
                <a:fillRect/>
              </a:stretch>
            </p:blipFill>
            <p:spPr>
              <a:xfrm>
                <a:off x="6721618" y="3516137"/>
                <a:ext cx="232906" cy="232906"/>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5" name="Slide Zoom 34">
                <a:extLst>
                  <a:ext uri="{FF2B5EF4-FFF2-40B4-BE49-F238E27FC236}">
                    <a16:creationId xmlns:a16="http://schemas.microsoft.com/office/drawing/2014/main" id="{3DDB3AFB-3905-53A7-7A0F-9C6A4175CD0D}"/>
                  </a:ext>
                </a:extLst>
              </p:cNvPr>
              <p:cNvGraphicFramePr>
                <a:graphicFrameLocks noChangeAspect="1"/>
              </p:cNvGraphicFramePr>
              <p:nvPr>
                <p:extLst>
                  <p:ext uri="{D42A27DB-BD31-4B8C-83A1-F6EECF244321}">
                    <p14:modId xmlns:p14="http://schemas.microsoft.com/office/powerpoint/2010/main" val="1578514700"/>
                  </p:ext>
                </p:extLst>
              </p:nvPr>
            </p:nvGraphicFramePr>
            <p:xfrm>
              <a:off x="7824192" y="4191671"/>
              <a:ext cx="245441" cy="245441"/>
            </p:xfrm>
            <a:graphic>
              <a:graphicData uri="http://schemas.microsoft.com/office/powerpoint/2016/slidezoom">
                <pslz:sldZm>
                  <pslz:sldZmObj sldId="260" cId="3882786098">
                    <pslz:zmPr id="{E944C601-4F32-4E04-B639-1107D5B51491}" returnToParent="0" imageType="cover" transitionDur="1000">
                      <p166:blipFill xmlns:p166="http://schemas.microsoft.com/office/powerpoint/2016/6/main">
                        <a:blip>
                          <a:extLst>
                            <a:ext uri="{96DAC541-7B7A-43D3-8B79-37D633B846F1}">
                              <asvg:svgBlip xmlns:asvg="http://schemas.microsoft.com/office/drawing/2016/SVG/main" r:embed="rId4"/>
                            </a:ext>
                          </a:extLst>
                        </a:blip>
                        <a:stretch>
                          <a:fillRect/>
                        </a:stretch>
                      </p166:blipFill>
                      <p166:spPr xmlns:p166="http://schemas.microsoft.com/office/powerpoint/2016/6/main">
                        <a:xfrm>
                          <a:off x="0" y="0"/>
                          <a:ext cx="245441" cy="245441"/>
                        </a:xfrm>
                        <a:prstGeom prst="rect">
                          <a:avLst/>
                        </a:prstGeom>
                        <a:ln w="3175">
                          <a:solidFill>
                            <a:prstClr val="ltGray"/>
                          </a:solidFill>
                        </a:ln>
                      </p166:spPr>
                    </pslz:zmPr>
                  </pslz:sldZmObj>
                </pslz:sldZm>
              </a:graphicData>
            </a:graphic>
          </p:graphicFrame>
        </mc:Choice>
        <mc:Fallback xmlns="">
          <p:pic>
            <p:nvPicPr>
              <p:cNvPr id="35" name="Slide Zoom 34">
                <a:extLst>
                  <a:ext uri="{FF2B5EF4-FFF2-40B4-BE49-F238E27FC236}">
                    <a16:creationId xmlns:a16="http://schemas.microsoft.com/office/drawing/2014/main" id="{3DDB3AFB-3905-53A7-7A0F-9C6A4175CD0D}"/>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4"/>
                  </a:ext>
                </a:extLst>
              </a:blip>
              <a:stretch>
                <a:fillRect/>
              </a:stretch>
            </p:blipFill>
            <p:spPr>
              <a:xfrm>
                <a:off x="7824192" y="4191671"/>
                <a:ext cx="245441" cy="245441"/>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37" name="Slide Zoom 36">
                <a:extLst>
                  <a:ext uri="{FF2B5EF4-FFF2-40B4-BE49-F238E27FC236}">
                    <a16:creationId xmlns:a16="http://schemas.microsoft.com/office/drawing/2014/main" id="{E7E1EB63-9BCF-52C0-EC64-FE5BECDA6BDF}"/>
                  </a:ext>
                </a:extLst>
              </p:cNvPr>
              <p:cNvGraphicFramePr>
                <a:graphicFrameLocks noChangeAspect="1"/>
              </p:cNvGraphicFramePr>
              <p:nvPr>
                <p:extLst>
                  <p:ext uri="{D42A27DB-BD31-4B8C-83A1-F6EECF244321}">
                    <p14:modId xmlns:p14="http://schemas.microsoft.com/office/powerpoint/2010/main" val="4204872708"/>
                  </p:ext>
                </p:extLst>
              </p:nvPr>
            </p:nvGraphicFramePr>
            <p:xfrm>
              <a:off x="7896200" y="5355525"/>
              <a:ext cx="235296" cy="235296"/>
            </p:xfrm>
            <a:graphic>
              <a:graphicData uri="http://schemas.microsoft.com/office/powerpoint/2016/slidezoom">
                <pslz:sldZm>
                  <pslz:sldZmObj sldId="2147483386" cId="1401026506">
                    <pslz:zmPr id="{4E2FFBA1-7E98-4285-BABC-6F20FB977DC3}" returnToParent="0" imageType="cover" transitionDur="1000">
                      <p166:blipFill xmlns:p166="http://schemas.microsoft.com/office/powerpoint/2016/6/main">
                        <a:blip>
                          <a:extLst>
                            <a:ext uri="{96DAC541-7B7A-43D3-8B79-37D633B846F1}">
                              <asvg:svgBlip xmlns:asvg="http://schemas.microsoft.com/office/drawing/2016/SVG/main" r:embed="rId3"/>
                            </a:ext>
                          </a:extLst>
                        </a:blip>
                        <a:stretch>
                          <a:fillRect/>
                        </a:stretch>
                      </p166:blipFill>
                      <p166:spPr xmlns:p166="http://schemas.microsoft.com/office/powerpoint/2016/6/main">
                        <a:xfrm>
                          <a:off x="0" y="0"/>
                          <a:ext cx="235296" cy="235296"/>
                        </a:xfrm>
                        <a:prstGeom prst="rect">
                          <a:avLst/>
                        </a:prstGeom>
                        <a:ln w="3175">
                          <a:solidFill>
                            <a:prstClr val="ltGray"/>
                          </a:solidFill>
                        </a:ln>
                      </p166:spPr>
                    </pslz:zmPr>
                  </pslz:sldZmObj>
                </pslz:sldZm>
              </a:graphicData>
            </a:graphic>
          </p:graphicFrame>
        </mc:Choice>
        <mc:Fallback xmlns="">
          <p:pic>
            <p:nvPicPr>
              <p:cNvPr id="37" name="Slide Zoom 36">
                <a:extLst>
                  <a:ext uri="{FF2B5EF4-FFF2-40B4-BE49-F238E27FC236}">
                    <a16:creationId xmlns:a16="http://schemas.microsoft.com/office/drawing/2014/main" id="{E7E1EB63-9BCF-52C0-EC64-FE5BECDA6BDF}"/>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4"/>
                  </a:ext>
                </a:extLst>
              </a:blip>
              <a:stretch>
                <a:fillRect/>
              </a:stretch>
            </p:blipFill>
            <p:spPr>
              <a:xfrm>
                <a:off x="7896200" y="5355525"/>
                <a:ext cx="235296" cy="235296"/>
              </a:xfrm>
              <a:prstGeom prst="rect">
                <a:avLst/>
              </a:prstGeom>
              <a:ln w="3175">
                <a:solidFill>
                  <a:prstClr val="ltGray"/>
                </a:solidFill>
              </a:ln>
            </p:spPr>
          </p:pic>
        </mc:Fallback>
      </mc:AlternateContent>
    </p:spTree>
    <p:extLst>
      <p:ext uri="{BB962C8B-B14F-4D97-AF65-F5344CB8AC3E}">
        <p14:creationId xmlns:p14="http://schemas.microsoft.com/office/powerpoint/2010/main" val="40538984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E6C409-CE16-A67C-E6CA-E5D760223A6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5A7DBA3-D6A4-91D1-EDAC-257E7F388BBB}"/>
              </a:ext>
            </a:extLst>
          </p:cNvPr>
          <p:cNvSpPr>
            <a:spLocks noGrp="1"/>
          </p:cNvSpPr>
          <p:nvPr>
            <p:ph type="title"/>
          </p:nvPr>
        </p:nvSpPr>
        <p:spPr/>
        <p:txBody>
          <a:bodyPr/>
          <a:lstStyle/>
          <a:p>
            <a:endParaRPr lang="en-US"/>
          </a:p>
        </p:txBody>
      </p:sp>
      <p:sp>
        <p:nvSpPr>
          <p:cNvPr id="9" name="Text Placeholder 8">
            <a:extLst>
              <a:ext uri="{FF2B5EF4-FFF2-40B4-BE49-F238E27FC236}">
                <a16:creationId xmlns:a16="http://schemas.microsoft.com/office/drawing/2014/main" id="{F1D8D4BB-CCE0-5C53-87B5-9D2E6647DF8C}"/>
              </a:ext>
            </a:extLst>
          </p:cNvPr>
          <p:cNvSpPr>
            <a:spLocks noGrp="1"/>
          </p:cNvSpPr>
          <p:nvPr>
            <p:ph type="body" sz="quarter" idx="13"/>
          </p:nvPr>
        </p:nvSpPr>
        <p:spPr/>
        <p:txBody>
          <a:bodyPr/>
          <a:lstStyle/>
          <a:p>
            <a:endParaRPr lang="en-US"/>
          </a:p>
        </p:txBody>
      </p:sp>
      <p:pic>
        <p:nvPicPr>
          <p:cNvPr id="11" name="Picture 10">
            <a:extLst>
              <a:ext uri="{FF2B5EF4-FFF2-40B4-BE49-F238E27FC236}">
                <a16:creationId xmlns:a16="http://schemas.microsoft.com/office/drawing/2014/main" id="{019ACD48-159D-BE64-88C0-72F2FFBF37C0}"/>
              </a:ext>
            </a:extLst>
          </p:cNvPr>
          <p:cNvPicPr>
            <a:picLocks noChangeAspect="1"/>
          </p:cNvPicPr>
          <p:nvPr/>
        </p:nvPicPr>
        <p:blipFill>
          <a:blip r:embed="rId2"/>
          <a:stretch>
            <a:fillRect/>
          </a:stretch>
        </p:blipFill>
        <p:spPr>
          <a:xfrm>
            <a:off x="0" y="549274"/>
            <a:ext cx="12192000" cy="6042508"/>
          </a:xfrm>
          <a:prstGeom prst="rect">
            <a:avLst/>
          </a:prstGeom>
        </p:spPr>
      </p:pic>
    </p:spTree>
    <p:extLst>
      <p:ext uri="{BB962C8B-B14F-4D97-AF65-F5344CB8AC3E}">
        <p14:creationId xmlns:p14="http://schemas.microsoft.com/office/powerpoint/2010/main" val="32773947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42F319-C53C-DD2B-AE45-D662582B94C6}"/>
            </a:ext>
          </a:extLst>
        </p:cNvPr>
        <p:cNvGrpSpPr/>
        <p:nvPr/>
      </p:nvGrpSpPr>
      <p:grpSpPr>
        <a:xfrm>
          <a:off x="0" y="0"/>
          <a:ext cx="0" cy="0"/>
          <a:chOff x="0" y="0"/>
          <a:chExt cx="0" cy="0"/>
        </a:xfrm>
      </p:grpSpPr>
      <p:sp>
        <p:nvSpPr>
          <p:cNvPr id="29" name="Text Placeholder 4">
            <a:extLst>
              <a:ext uri="{FF2B5EF4-FFF2-40B4-BE49-F238E27FC236}">
                <a16:creationId xmlns:a16="http://schemas.microsoft.com/office/drawing/2014/main" id="{292757FA-D5E3-18F0-358D-D8137E01D140}"/>
              </a:ext>
            </a:extLst>
          </p:cNvPr>
          <p:cNvSpPr>
            <a:spLocks noGrp="1"/>
          </p:cNvSpPr>
          <p:nvPr>
            <p:ph type="body" sz="quarter" idx="24"/>
          </p:nvPr>
        </p:nvSpPr>
        <p:spPr/>
        <p:txBody>
          <a:bodyPr/>
          <a:lstStyle/>
          <a:p>
            <a:r>
              <a:rPr lang="en-US" sz="1600" b="0" i="1"/>
              <a:t>Always‑available, contextual guidance for learning and readiness</a:t>
            </a:r>
            <a:endParaRPr lang="en-US" sz="1600" b="0" i="1" dirty="0"/>
          </a:p>
        </p:txBody>
      </p:sp>
      <p:sp>
        <p:nvSpPr>
          <p:cNvPr id="18" name="Text Placeholder 17">
            <a:extLst>
              <a:ext uri="{FF2B5EF4-FFF2-40B4-BE49-F238E27FC236}">
                <a16:creationId xmlns:a16="http://schemas.microsoft.com/office/drawing/2014/main" id="{3617CF24-6793-6B1C-B0DC-D12FACB371C9}"/>
              </a:ext>
            </a:extLst>
          </p:cNvPr>
          <p:cNvSpPr>
            <a:spLocks noGrp="1"/>
          </p:cNvSpPr>
          <p:nvPr>
            <p:ph type="body" sz="quarter" idx="25"/>
          </p:nvPr>
        </p:nvSpPr>
        <p:spPr/>
        <p:txBody>
          <a:bodyPr/>
          <a:lstStyle/>
          <a:p>
            <a:endParaRPr lang="en-US"/>
          </a:p>
        </p:txBody>
      </p:sp>
      <p:sp>
        <p:nvSpPr>
          <p:cNvPr id="19" name="Text Placeholder 18">
            <a:extLst>
              <a:ext uri="{FF2B5EF4-FFF2-40B4-BE49-F238E27FC236}">
                <a16:creationId xmlns:a16="http://schemas.microsoft.com/office/drawing/2014/main" id="{1AE00CE4-2EA7-118C-3EF2-A9551BC3DEA6}"/>
              </a:ext>
            </a:extLst>
          </p:cNvPr>
          <p:cNvSpPr>
            <a:spLocks noGrp="1"/>
          </p:cNvSpPr>
          <p:nvPr>
            <p:ph type="body" sz="quarter" idx="26"/>
          </p:nvPr>
        </p:nvSpPr>
        <p:spPr/>
        <p:txBody>
          <a:bodyPr/>
          <a:lstStyle/>
          <a:p>
            <a:endParaRPr lang="en-US"/>
          </a:p>
        </p:txBody>
      </p:sp>
      <p:sp>
        <p:nvSpPr>
          <p:cNvPr id="20" name="Text Placeholder 19">
            <a:extLst>
              <a:ext uri="{FF2B5EF4-FFF2-40B4-BE49-F238E27FC236}">
                <a16:creationId xmlns:a16="http://schemas.microsoft.com/office/drawing/2014/main" id="{50EC9E66-A07B-9A23-3AEC-B7E4468E7F82}"/>
              </a:ext>
            </a:extLst>
          </p:cNvPr>
          <p:cNvSpPr>
            <a:spLocks noGrp="1"/>
          </p:cNvSpPr>
          <p:nvPr>
            <p:ph type="body" sz="quarter" idx="27"/>
          </p:nvPr>
        </p:nvSpPr>
        <p:spPr/>
        <p:txBody>
          <a:bodyPr/>
          <a:lstStyle/>
          <a:p>
            <a:endParaRPr lang="en-US"/>
          </a:p>
        </p:txBody>
      </p:sp>
      <p:sp>
        <p:nvSpPr>
          <p:cNvPr id="21" name="Text Placeholder 20">
            <a:extLst>
              <a:ext uri="{FF2B5EF4-FFF2-40B4-BE49-F238E27FC236}">
                <a16:creationId xmlns:a16="http://schemas.microsoft.com/office/drawing/2014/main" id="{FB2070FE-1A93-1AD9-F1CA-A79FB0876852}"/>
              </a:ext>
            </a:extLst>
          </p:cNvPr>
          <p:cNvSpPr>
            <a:spLocks noGrp="1"/>
          </p:cNvSpPr>
          <p:nvPr>
            <p:ph type="body" sz="quarter" idx="28"/>
          </p:nvPr>
        </p:nvSpPr>
        <p:spPr/>
        <p:txBody>
          <a:bodyPr/>
          <a:lstStyle/>
          <a:p>
            <a:endParaRPr lang="en-US"/>
          </a:p>
        </p:txBody>
      </p:sp>
      <p:sp>
        <p:nvSpPr>
          <p:cNvPr id="25" name="Text Placeholder 24">
            <a:extLst>
              <a:ext uri="{FF2B5EF4-FFF2-40B4-BE49-F238E27FC236}">
                <a16:creationId xmlns:a16="http://schemas.microsoft.com/office/drawing/2014/main" id="{4C22F8AA-5BD4-DF7B-9BF6-DF78040B8BF2}"/>
              </a:ext>
            </a:extLst>
          </p:cNvPr>
          <p:cNvSpPr>
            <a:spLocks noGrp="1"/>
          </p:cNvSpPr>
          <p:nvPr>
            <p:ph type="body" sz="quarter" idx="29"/>
          </p:nvPr>
        </p:nvSpPr>
        <p:spPr/>
        <p:txBody>
          <a:bodyPr/>
          <a:lstStyle/>
          <a:p>
            <a:endParaRPr lang="en-US"/>
          </a:p>
        </p:txBody>
      </p:sp>
      <p:sp>
        <p:nvSpPr>
          <p:cNvPr id="26" name="Text Placeholder 25">
            <a:extLst>
              <a:ext uri="{FF2B5EF4-FFF2-40B4-BE49-F238E27FC236}">
                <a16:creationId xmlns:a16="http://schemas.microsoft.com/office/drawing/2014/main" id="{D70511DD-A59B-DF7F-C42D-4C15654029E6}"/>
              </a:ext>
            </a:extLst>
          </p:cNvPr>
          <p:cNvSpPr>
            <a:spLocks noGrp="1"/>
          </p:cNvSpPr>
          <p:nvPr>
            <p:ph type="body" sz="quarter" idx="30"/>
          </p:nvPr>
        </p:nvSpPr>
        <p:spPr/>
        <p:txBody>
          <a:bodyPr/>
          <a:lstStyle/>
          <a:p>
            <a:endParaRPr lang="en-US"/>
          </a:p>
        </p:txBody>
      </p:sp>
      <p:sp>
        <p:nvSpPr>
          <p:cNvPr id="28" name="Text Placeholder 27">
            <a:extLst>
              <a:ext uri="{FF2B5EF4-FFF2-40B4-BE49-F238E27FC236}">
                <a16:creationId xmlns:a16="http://schemas.microsoft.com/office/drawing/2014/main" id="{4175ABD1-F941-2718-407D-02B9C081FCAA}"/>
              </a:ext>
            </a:extLst>
          </p:cNvPr>
          <p:cNvSpPr>
            <a:spLocks noGrp="1"/>
          </p:cNvSpPr>
          <p:nvPr>
            <p:ph type="body" sz="quarter" idx="31"/>
          </p:nvPr>
        </p:nvSpPr>
        <p:spPr/>
        <p:txBody>
          <a:bodyPr/>
          <a:lstStyle/>
          <a:p>
            <a:endParaRPr lang="en-US"/>
          </a:p>
        </p:txBody>
      </p:sp>
      <p:sp>
        <p:nvSpPr>
          <p:cNvPr id="30" name="Text Placeholder 29">
            <a:extLst>
              <a:ext uri="{FF2B5EF4-FFF2-40B4-BE49-F238E27FC236}">
                <a16:creationId xmlns:a16="http://schemas.microsoft.com/office/drawing/2014/main" id="{757697A9-97CC-BE72-17E9-53C1CB9B3514}"/>
              </a:ext>
            </a:extLst>
          </p:cNvPr>
          <p:cNvSpPr>
            <a:spLocks noGrp="1"/>
          </p:cNvSpPr>
          <p:nvPr>
            <p:ph type="body" sz="quarter" idx="32"/>
          </p:nvPr>
        </p:nvSpPr>
        <p:spPr/>
        <p:txBody>
          <a:bodyPr/>
          <a:lstStyle/>
          <a:p>
            <a:endParaRPr lang="en-US"/>
          </a:p>
        </p:txBody>
      </p:sp>
      <p:sp>
        <p:nvSpPr>
          <p:cNvPr id="32" name="Text Placeholder 31">
            <a:extLst>
              <a:ext uri="{FF2B5EF4-FFF2-40B4-BE49-F238E27FC236}">
                <a16:creationId xmlns:a16="http://schemas.microsoft.com/office/drawing/2014/main" id="{7DB9CFED-262F-4B50-3612-6B94C5F8080B}"/>
              </a:ext>
            </a:extLst>
          </p:cNvPr>
          <p:cNvSpPr>
            <a:spLocks noGrp="1"/>
          </p:cNvSpPr>
          <p:nvPr>
            <p:ph type="body" sz="quarter" idx="33"/>
          </p:nvPr>
        </p:nvSpPr>
        <p:spPr/>
        <p:txBody>
          <a:bodyPr/>
          <a:lstStyle/>
          <a:p>
            <a:endParaRPr lang="en-US"/>
          </a:p>
        </p:txBody>
      </p:sp>
      <p:sp>
        <p:nvSpPr>
          <p:cNvPr id="33" name="Text Placeholder 32">
            <a:extLst>
              <a:ext uri="{FF2B5EF4-FFF2-40B4-BE49-F238E27FC236}">
                <a16:creationId xmlns:a16="http://schemas.microsoft.com/office/drawing/2014/main" id="{64F2D389-1E40-1251-C7FA-1D680ED652AA}"/>
              </a:ext>
            </a:extLst>
          </p:cNvPr>
          <p:cNvSpPr>
            <a:spLocks noGrp="1"/>
          </p:cNvSpPr>
          <p:nvPr>
            <p:ph type="body" sz="quarter" idx="34"/>
          </p:nvPr>
        </p:nvSpPr>
        <p:spPr/>
        <p:txBody>
          <a:bodyPr/>
          <a:lstStyle/>
          <a:p>
            <a:endParaRPr lang="en-US"/>
          </a:p>
        </p:txBody>
      </p:sp>
      <p:sp>
        <p:nvSpPr>
          <p:cNvPr id="34" name="Text Placeholder 33">
            <a:extLst>
              <a:ext uri="{FF2B5EF4-FFF2-40B4-BE49-F238E27FC236}">
                <a16:creationId xmlns:a16="http://schemas.microsoft.com/office/drawing/2014/main" id="{056191C1-422F-B97A-D4FD-F06F556C0D41}"/>
              </a:ext>
            </a:extLst>
          </p:cNvPr>
          <p:cNvSpPr>
            <a:spLocks noGrp="1"/>
          </p:cNvSpPr>
          <p:nvPr>
            <p:ph type="body" sz="quarter" idx="35"/>
          </p:nvPr>
        </p:nvSpPr>
        <p:spPr/>
        <p:txBody>
          <a:bodyPr/>
          <a:lstStyle/>
          <a:p>
            <a:endParaRPr lang="en-US"/>
          </a:p>
        </p:txBody>
      </p:sp>
      <p:sp>
        <p:nvSpPr>
          <p:cNvPr id="22" name="Date Placeholder 21">
            <a:extLst>
              <a:ext uri="{FF2B5EF4-FFF2-40B4-BE49-F238E27FC236}">
                <a16:creationId xmlns:a16="http://schemas.microsoft.com/office/drawing/2014/main" id="{E5E9F3F6-3FAE-E82E-DFC6-35A904F21583}"/>
              </a:ext>
            </a:extLst>
          </p:cNvPr>
          <p:cNvSpPr>
            <a:spLocks noGrp="1"/>
          </p:cNvSpPr>
          <p:nvPr>
            <p:ph type="dt" sz="half" idx="36"/>
          </p:nvPr>
        </p:nvSpPr>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23" name="Footer Placeholder 22">
            <a:extLst>
              <a:ext uri="{FF2B5EF4-FFF2-40B4-BE49-F238E27FC236}">
                <a16:creationId xmlns:a16="http://schemas.microsoft.com/office/drawing/2014/main" id="{089A6C5A-8734-D2CA-BC40-581BC006F810}"/>
              </a:ext>
            </a:extLst>
          </p:cNvPr>
          <p:cNvSpPr>
            <a:spLocks noGrp="1"/>
          </p:cNvSpPr>
          <p:nvPr>
            <p:ph type="ftr" sz="quarter" idx="37"/>
          </p:nvPr>
        </p:nvSpPr>
        <p:spPr/>
        <p:txBody>
          <a:bodyPr wrap="none" anchor="ctr">
            <a:normAutofit/>
          </a:bodyPr>
          <a:lstStyle/>
          <a:p>
            <a:pPr>
              <a:spcBef>
                <a:spcPts val="1000"/>
              </a:spcBef>
              <a:buFont typeface="Arial" panose="020B0604020202020204" pitchFamily="34" charset="0"/>
              <a:buNone/>
            </a:pPr>
            <a:r>
              <a:rPr lang="en-US"/>
              <a:t>Presentation Title | Author | Date</a:t>
            </a:r>
            <a:endParaRPr lang="en-US" dirty="0"/>
          </a:p>
        </p:txBody>
      </p:sp>
      <p:sp>
        <p:nvSpPr>
          <p:cNvPr id="24" name="Slide Number Placeholder 23">
            <a:extLst>
              <a:ext uri="{FF2B5EF4-FFF2-40B4-BE49-F238E27FC236}">
                <a16:creationId xmlns:a16="http://schemas.microsoft.com/office/drawing/2014/main" id="{7E7E9A6F-BFBE-B97C-B3E9-F41A0B50049C}"/>
              </a:ext>
            </a:extLst>
          </p:cNvPr>
          <p:cNvSpPr>
            <a:spLocks noGrp="1"/>
          </p:cNvSpPr>
          <p:nvPr>
            <p:ph type="sldNum" sz="quarter" idx="38"/>
          </p:nvPr>
        </p:nvSpPr>
        <p:spPr/>
        <p:txBody>
          <a:bodyPr wrap="square" anchor="ctr">
            <a:normAutofit/>
          </a:bodyPr>
          <a:lstStyle/>
          <a:p>
            <a:pPr algn="r">
              <a:spcAft>
                <a:spcPts val="600"/>
              </a:spcAft>
            </a:pPr>
            <a:fld id="{5D9A5160-6218-4E5A-B9E6-B93E3DAE377C}" type="slidenum">
              <a:rPr lang="en-US" smtClean="0"/>
              <a:pPr algn="r">
                <a:spcAft>
                  <a:spcPts val="600"/>
                </a:spcAft>
              </a:pPr>
              <a:t>11</a:t>
            </a:fld>
            <a:endParaRPr lang="en-US"/>
          </a:p>
        </p:txBody>
      </p:sp>
      <p:pic>
        <p:nvPicPr>
          <p:cNvPr id="9" name="Picture 8">
            <a:extLst>
              <a:ext uri="{FF2B5EF4-FFF2-40B4-BE49-F238E27FC236}">
                <a16:creationId xmlns:a16="http://schemas.microsoft.com/office/drawing/2014/main" id="{8A40E2CF-86A1-AC93-4A43-91E7EFF5F788}"/>
              </a:ext>
            </a:extLst>
          </p:cNvPr>
          <p:cNvPicPr>
            <a:picLocks noChangeAspect="1"/>
          </p:cNvPicPr>
          <p:nvPr/>
        </p:nvPicPr>
        <p:blipFill>
          <a:blip r:embed="rId2"/>
          <a:srcRect l="909" t="339" r="-2728"/>
          <a:stretch>
            <a:fillRect/>
          </a:stretch>
        </p:blipFill>
        <p:spPr>
          <a:xfrm>
            <a:off x="0" y="549274"/>
            <a:ext cx="12504712" cy="5976070"/>
          </a:xfrm>
          <a:prstGeom prst="rect">
            <a:avLst/>
          </a:prstGeom>
          <a:noFill/>
          <a:effectLst>
            <a:softEdge rad="38100"/>
          </a:effectLst>
        </p:spPr>
      </p:pic>
      <p:cxnSp>
        <p:nvCxnSpPr>
          <p:cNvPr id="51" name="Straight Arrow Connector 50">
            <a:extLst>
              <a:ext uri="{FF2B5EF4-FFF2-40B4-BE49-F238E27FC236}">
                <a16:creationId xmlns:a16="http://schemas.microsoft.com/office/drawing/2014/main" id="{DC1036A5-4229-6E03-B837-E989B9A85ABC}"/>
              </a:ext>
            </a:extLst>
          </p:cNvPr>
          <p:cNvCxnSpPr>
            <a:cxnSpLocks/>
          </p:cNvCxnSpPr>
          <p:nvPr/>
        </p:nvCxnSpPr>
        <p:spPr>
          <a:xfrm>
            <a:off x="2283783" y="3158701"/>
            <a:ext cx="1507961" cy="3400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61953274-DB52-4F57-ADA7-30F86CF69FF9}"/>
              </a:ext>
            </a:extLst>
          </p:cNvPr>
          <p:cNvSpPr/>
          <p:nvPr/>
        </p:nvSpPr>
        <p:spPr>
          <a:xfrm>
            <a:off x="883627" y="2906673"/>
            <a:ext cx="1656184" cy="86409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2"/>
                </a:solidFill>
              </a:rPr>
              <a:t>Guided Interactions with existing prompts</a:t>
            </a:r>
          </a:p>
        </p:txBody>
      </p:sp>
      <p:cxnSp>
        <p:nvCxnSpPr>
          <p:cNvPr id="54" name="Straight Arrow Connector 53">
            <a:extLst>
              <a:ext uri="{FF2B5EF4-FFF2-40B4-BE49-F238E27FC236}">
                <a16:creationId xmlns:a16="http://schemas.microsoft.com/office/drawing/2014/main" id="{66D910FE-3036-962B-CC2A-B02A89969647}"/>
              </a:ext>
            </a:extLst>
          </p:cNvPr>
          <p:cNvCxnSpPr>
            <a:cxnSpLocks/>
          </p:cNvCxnSpPr>
          <p:nvPr/>
        </p:nvCxnSpPr>
        <p:spPr>
          <a:xfrm flipH="1">
            <a:off x="5267387" y="4396916"/>
            <a:ext cx="1124459" cy="9763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11B4805-C03E-70E1-9548-5BCCC9CC9C57}"/>
              </a:ext>
            </a:extLst>
          </p:cNvPr>
          <p:cNvSpPr/>
          <p:nvPr/>
        </p:nvSpPr>
        <p:spPr>
          <a:xfrm>
            <a:off x="6096000" y="4293096"/>
            <a:ext cx="2232248" cy="50405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2"/>
                </a:solidFill>
              </a:rPr>
              <a:t>Ask any personalized questions to the AI Bot</a:t>
            </a:r>
          </a:p>
        </p:txBody>
      </p:sp>
    </p:spTree>
    <p:extLst>
      <p:ext uri="{BB962C8B-B14F-4D97-AF65-F5344CB8AC3E}">
        <p14:creationId xmlns:p14="http://schemas.microsoft.com/office/powerpoint/2010/main" val="2591118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8C39CA-6AFC-EDC3-5F62-23EE91C9C1FD}"/>
            </a:ext>
          </a:extLst>
        </p:cNvPr>
        <p:cNvGrpSpPr/>
        <p:nvPr/>
      </p:nvGrpSpPr>
      <p:grpSpPr>
        <a:xfrm>
          <a:off x="0" y="0"/>
          <a:ext cx="0" cy="0"/>
          <a:chOff x="0" y="0"/>
          <a:chExt cx="0" cy="0"/>
        </a:xfrm>
      </p:grpSpPr>
      <p:sp>
        <p:nvSpPr>
          <p:cNvPr id="57" name="Date Placeholder 1">
            <a:extLst>
              <a:ext uri="{FF2B5EF4-FFF2-40B4-BE49-F238E27FC236}">
                <a16:creationId xmlns:a16="http://schemas.microsoft.com/office/drawing/2014/main" id="{3EECFF9F-F0E8-9DFC-F971-5246266F7877}"/>
              </a:ext>
            </a:extLst>
          </p:cNvPr>
          <p:cNvSpPr>
            <a:spLocks noGrp="1"/>
          </p:cNvSpPr>
          <p:nvPr>
            <p:ph type="dt" sz="half" idx="10"/>
          </p:nvPr>
        </p:nvSpPr>
        <p:spPr/>
        <p:txBody>
          <a:bodyPr/>
          <a:lstStyle/>
          <a:p>
            <a:pPr>
              <a:spcBef>
                <a:spcPts val="1000"/>
              </a:spcBef>
              <a:buFont typeface="Arial" panose="020B0604020202020204" pitchFamily="34" charset="0"/>
              <a:buNone/>
            </a:pPr>
            <a:r>
              <a:rPr lang="en-US" dirty="0"/>
              <a:t>Company Confidential © Capgemini 2026. All rights reserved.</a:t>
            </a:r>
          </a:p>
        </p:txBody>
      </p:sp>
      <p:sp>
        <p:nvSpPr>
          <p:cNvPr id="58" name="Footer Placeholder 2">
            <a:extLst>
              <a:ext uri="{FF2B5EF4-FFF2-40B4-BE49-F238E27FC236}">
                <a16:creationId xmlns:a16="http://schemas.microsoft.com/office/drawing/2014/main" id="{502738AD-FC7F-1D93-5AB2-D147D8B8C558}"/>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83" name="Slide Number Placeholder 3">
            <a:extLst>
              <a:ext uri="{FF2B5EF4-FFF2-40B4-BE49-F238E27FC236}">
                <a16:creationId xmlns:a16="http://schemas.microsoft.com/office/drawing/2014/main" id="{D8EBA1FC-403C-9DEC-DEC8-BB95EE91C284}"/>
              </a:ext>
            </a:extLst>
          </p:cNvPr>
          <p:cNvSpPr>
            <a:spLocks noGrp="1"/>
          </p:cNvSpPr>
          <p:nvPr>
            <p:ph type="sldNum" sz="quarter" idx="12"/>
          </p:nvPr>
        </p:nvSpPr>
        <p:spPr/>
        <p:txBody>
          <a:bodyPr/>
          <a:lstStyle/>
          <a:p>
            <a:pPr algn="r">
              <a:spcAft>
                <a:spcPts val="600"/>
              </a:spcAft>
            </a:pPr>
            <a:fld id="{5D9A5160-6218-4E5A-B9E6-B93E3DAE377C}" type="slidenum">
              <a:rPr lang="en-US" smtClean="0"/>
              <a:pPr algn="r">
                <a:spcAft>
                  <a:spcPts val="600"/>
                </a:spcAft>
              </a:pPr>
              <a:t>12</a:t>
            </a:fld>
            <a:endParaRPr lang="en-US" dirty="0"/>
          </a:p>
        </p:txBody>
      </p:sp>
      <p:pic>
        <p:nvPicPr>
          <p:cNvPr id="9" name="Picture 8">
            <a:extLst>
              <a:ext uri="{FF2B5EF4-FFF2-40B4-BE49-F238E27FC236}">
                <a16:creationId xmlns:a16="http://schemas.microsoft.com/office/drawing/2014/main" id="{44A4DA22-F608-0518-5174-05A5982B8019}"/>
              </a:ext>
            </a:extLst>
          </p:cNvPr>
          <p:cNvPicPr>
            <a:picLocks noChangeAspect="1"/>
          </p:cNvPicPr>
          <p:nvPr/>
        </p:nvPicPr>
        <p:blipFill>
          <a:blip r:embed="rId2"/>
          <a:stretch>
            <a:fillRect/>
          </a:stretch>
        </p:blipFill>
        <p:spPr>
          <a:xfrm>
            <a:off x="-16406" y="476672"/>
            <a:ext cx="12195249" cy="5832648"/>
          </a:xfrm>
          <a:prstGeom prst="rect">
            <a:avLst/>
          </a:prstGeom>
          <a:noFill/>
          <a:effectLst>
            <a:softEdge rad="38100"/>
          </a:effectLst>
        </p:spPr>
      </p:pic>
    </p:spTree>
    <p:extLst>
      <p:ext uri="{BB962C8B-B14F-4D97-AF65-F5344CB8AC3E}">
        <p14:creationId xmlns:p14="http://schemas.microsoft.com/office/powerpoint/2010/main" val="12220464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B846F6-720B-964C-C465-F23FE1BF7B0E}"/>
            </a:ext>
          </a:extLst>
        </p:cNvPr>
        <p:cNvGrpSpPr/>
        <p:nvPr/>
      </p:nvGrpSpPr>
      <p:grpSpPr>
        <a:xfrm>
          <a:off x="0" y="0"/>
          <a:ext cx="0" cy="0"/>
          <a:chOff x="0" y="0"/>
          <a:chExt cx="0" cy="0"/>
        </a:xfrm>
      </p:grpSpPr>
      <p:sp>
        <p:nvSpPr>
          <p:cNvPr id="22" name="Date Placeholder 21">
            <a:extLst>
              <a:ext uri="{FF2B5EF4-FFF2-40B4-BE49-F238E27FC236}">
                <a16:creationId xmlns:a16="http://schemas.microsoft.com/office/drawing/2014/main" id="{E4953472-0C64-76A0-0CB8-846BE8DBABDE}"/>
              </a:ext>
            </a:extLst>
          </p:cNvPr>
          <p:cNvSpPr>
            <a:spLocks noGrp="1"/>
          </p:cNvSpPr>
          <p:nvPr>
            <p:ph type="dt" sz="half" idx="10"/>
          </p:nvPr>
        </p:nvSpPr>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23" name="Footer Placeholder 22">
            <a:extLst>
              <a:ext uri="{FF2B5EF4-FFF2-40B4-BE49-F238E27FC236}">
                <a16:creationId xmlns:a16="http://schemas.microsoft.com/office/drawing/2014/main" id="{D43A132D-D640-CF4A-7F5A-A33201A26F99}"/>
              </a:ext>
            </a:extLst>
          </p:cNvPr>
          <p:cNvSpPr>
            <a:spLocks noGrp="1"/>
          </p:cNvSpPr>
          <p:nvPr>
            <p:ph type="ftr" sz="quarter" idx="11"/>
          </p:nvPr>
        </p:nvSpPr>
        <p:spPr/>
        <p:txBody>
          <a:bodyPr wrap="none" anchor="ctr">
            <a:normAutofit/>
          </a:bodyPr>
          <a:lstStyle/>
          <a:p>
            <a:pPr>
              <a:spcBef>
                <a:spcPts val="1000"/>
              </a:spcBef>
              <a:buFont typeface="Arial" panose="020B0604020202020204" pitchFamily="34" charset="0"/>
              <a:buNone/>
            </a:pPr>
            <a:r>
              <a:rPr lang="en-US" dirty="0"/>
              <a:t>Presentation Title | Author | Date</a:t>
            </a:r>
          </a:p>
        </p:txBody>
      </p:sp>
      <p:sp>
        <p:nvSpPr>
          <p:cNvPr id="24" name="Slide Number Placeholder 23">
            <a:extLst>
              <a:ext uri="{FF2B5EF4-FFF2-40B4-BE49-F238E27FC236}">
                <a16:creationId xmlns:a16="http://schemas.microsoft.com/office/drawing/2014/main" id="{15C7A66E-4AAB-4E4E-DB5B-1F306ACF2F81}"/>
              </a:ext>
            </a:extLst>
          </p:cNvPr>
          <p:cNvSpPr>
            <a:spLocks noGrp="1"/>
          </p:cNvSpPr>
          <p:nvPr>
            <p:ph type="sldNum" sz="quarter" idx="12"/>
          </p:nvPr>
        </p:nvSpPr>
        <p:spPr/>
        <p:txBody>
          <a:bodyPr wrap="square" anchor="ctr">
            <a:normAutofit/>
          </a:bodyPr>
          <a:lstStyle/>
          <a:p>
            <a:pPr algn="r">
              <a:spcAft>
                <a:spcPts val="600"/>
              </a:spcAft>
            </a:pPr>
            <a:fld id="{5D9A5160-6218-4E5A-B9E6-B93E3DAE377C}" type="slidenum">
              <a:rPr lang="en-US" smtClean="0"/>
              <a:pPr algn="r">
                <a:spcAft>
                  <a:spcPts val="600"/>
                </a:spcAft>
              </a:pPr>
              <a:t>13</a:t>
            </a:fld>
            <a:endParaRPr lang="en-US"/>
          </a:p>
        </p:txBody>
      </p:sp>
      <p:pic>
        <p:nvPicPr>
          <p:cNvPr id="3" name="Picture 2">
            <a:extLst>
              <a:ext uri="{FF2B5EF4-FFF2-40B4-BE49-F238E27FC236}">
                <a16:creationId xmlns:a16="http://schemas.microsoft.com/office/drawing/2014/main" id="{B3D7F0E4-3242-7C6A-679C-CA1A15EDFFAA}"/>
              </a:ext>
            </a:extLst>
          </p:cNvPr>
          <p:cNvPicPr>
            <a:picLocks noChangeAspect="1"/>
          </p:cNvPicPr>
          <p:nvPr/>
        </p:nvPicPr>
        <p:blipFill>
          <a:blip r:embed="rId2"/>
          <a:stretch>
            <a:fillRect/>
          </a:stretch>
        </p:blipFill>
        <p:spPr>
          <a:xfrm>
            <a:off x="0" y="459824"/>
            <a:ext cx="12192000" cy="6065520"/>
          </a:xfrm>
          <a:prstGeom prst="rect">
            <a:avLst/>
          </a:prstGeom>
          <a:ln>
            <a:noFill/>
          </a:ln>
          <a:effectLst>
            <a:outerShdw blurRad="292100" dist="139700" algn="tl" rotWithShape="0">
              <a:srgbClr val="333333">
                <a:alpha val="0"/>
              </a:srgbClr>
            </a:outerShdw>
            <a:softEdge rad="38100"/>
          </a:effectLst>
        </p:spPr>
      </p:pic>
    </p:spTree>
    <p:extLst>
      <p:ext uri="{BB962C8B-B14F-4D97-AF65-F5344CB8AC3E}">
        <p14:creationId xmlns:p14="http://schemas.microsoft.com/office/powerpoint/2010/main" val="123600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7ADC13-22E8-F202-8A5E-8008D6457B55}"/>
            </a:ext>
          </a:extLst>
        </p:cNvPr>
        <p:cNvGrpSpPr/>
        <p:nvPr/>
      </p:nvGrpSpPr>
      <p:grpSpPr>
        <a:xfrm>
          <a:off x="0" y="0"/>
          <a:ext cx="0" cy="0"/>
          <a:chOff x="0" y="0"/>
          <a:chExt cx="0" cy="0"/>
        </a:xfrm>
      </p:grpSpPr>
      <p:sp>
        <p:nvSpPr>
          <p:cNvPr id="18" name="Date Placeholder 2">
            <a:extLst>
              <a:ext uri="{FF2B5EF4-FFF2-40B4-BE49-F238E27FC236}">
                <a16:creationId xmlns:a16="http://schemas.microsoft.com/office/drawing/2014/main" id="{97768D59-8445-B775-496E-703EB1A49798}"/>
              </a:ext>
            </a:extLst>
          </p:cNvPr>
          <p:cNvSpPr>
            <a:spLocks noGrp="1"/>
          </p:cNvSpPr>
          <p:nvPr>
            <p:ph type="dt" sz="half" idx="10"/>
          </p:nvPr>
        </p:nvSpPr>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p>
        </p:txBody>
      </p:sp>
      <p:sp>
        <p:nvSpPr>
          <p:cNvPr id="15" name="Footer Placeholder 3">
            <a:extLst>
              <a:ext uri="{FF2B5EF4-FFF2-40B4-BE49-F238E27FC236}">
                <a16:creationId xmlns:a16="http://schemas.microsoft.com/office/drawing/2014/main" id="{A74E9214-66B1-E115-9D0F-788D73DF08EE}"/>
              </a:ext>
            </a:extLst>
          </p:cNvPr>
          <p:cNvSpPr>
            <a:spLocks noGrp="1"/>
          </p:cNvSpPr>
          <p:nvPr>
            <p:ph type="ftr" sz="quarter" idx="11"/>
          </p:nvPr>
        </p:nvSpPr>
        <p:spPr/>
        <p:txBody>
          <a:bodyPr wrap="none" anchor="ctr">
            <a:normAutofit/>
          </a:bodyPr>
          <a:lstStyle/>
          <a:p>
            <a:pPr>
              <a:spcBef>
                <a:spcPts val="1000"/>
              </a:spcBef>
              <a:buFont typeface="Arial" panose="020B0604020202020204" pitchFamily="34" charset="0"/>
              <a:buNone/>
            </a:pPr>
            <a:r>
              <a:rPr lang="en-US"/>
              <a:t>Presentation Title | Author | Date</a:t>
            </a:r>
          </a:p>
        </p:txBody>
      </p:sp>
      <p:sp>
        <p:nvSpPr>
          <p:cNvPr id="16" name="Slide Number Placeholder 4">
            <a:extLst>
              <a:ext uri="{FF2B5EF4-FFF2-40B4-BE49-F238E27FC236}">
                <a16:creationId xmlns:a16="http://schemas.microsoft.com/office/drawing/2014/main" id="{1E2E4F44-B834-5729-27E4-51F4F88A9884}"/>
              </a:ext>
            </a:extLst>
          </p:cNvPr>
          <p:cNvSpPr>
            <a:spLocks noGrp="1"/>
          </p:cNvSpPr>
          <p:nvPr>
            <p:ph type="sldNum" sz="quarter" idx="12"/>
          </p:nvPr>
        </p:nvSpPr>
        <p:spPr/>
        <p:txBody>
          <a:bodyPr wrap="square" anchor="ctr">
            <a:normAutofit/>
          </a:bodyPr>
          <a:lstStyle/>
          <a:p>
            <a:pPr algn="r">
              <a:spcAft>
                <a:spcPts val="600"/>
              </a:spcAft>
            </a:pPr>
            <a:fld id="{5D9A5160-6218-4E5A-B9E6-B93E3DAE377C}" type="slidenum">
              <a:rPr lang="en-US" smtClean="0"/>
              <a:pPr algn="r">
                <a:spcAft>
                  <a:spcPts val="600"/>
                </a:spcAft>
              </a:pPr>
              <a:t>14</a:t>
            </a:fld>
            <a:endParaRPr lang="en-US"/>
          </a:p>
        </p:txBody>
      </p:sp>
      <p:pic>
        <p:nvPicPr>
          <p:cNvPr id="5" name="Picture 4">
            <a:extLst>
              <a:ext uri="{FF2B5EF4-FFF2-40B4-BE49-F238E27FC236}">
                <a16:creationId xmlns:a16="http://schemas.microsoft.com/office/drawing/2014/main" id="{AAB01077-F39C-0A83-50CA-8675061C337E}"/>
              </a:ext>
            </a:extLst>
          </p:cNvPr>
          <p:cNvPicPr>
            <a:picLocks noChangeAspect="1"/>
          </p:cNvPicPr>
          <p:nvPr/>
        </p:nvPicPr>
        <p:blipFill>
          <a:blip r:embed="rId2"/>
          <a:stretch>
            <a:fillRect/>
          </a:stretch>
        </p:blipFill>
        <p:spPr>
          <a:xfrm>
            <a:off x="11324" y="508719"/>
            <a:ext cx="12169352" cy="5980620"/>
          </a:xfrm>
          <a:prstGeom prst="rect">
            <a:avLst/>
          </a:prstGeom>
          <a:noFill/>
          <a:effectLst>
            <a:softEdge rad="38100"/>
          </a:effectLst>
        </p:spPr>
      </p:pic>
    </p:spTree>
    <p:extLst>
      <p:ext uri="{BB962C8B-B14F-4D97-AF65-F5344CB8AC3E}">
        <p14:creationId xmlns:p14="http://schemas.microsoft.com/office/powerpoint/2010/main" val="1478340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7D2FE9E-04DF-FDEC-76E8-EBA844CA16E6}"/>
            </a:ext>
          </a:extLst>
        </p:cNvPr>
        <p:cNvGrpSpPr/>
        <p:nvPr/>
      </p:nvGrpSpPr>
      <p:grpSpPr>
        <a:xfrm>
          <a:off x="0" y="0"/>
          <a:ext cx="0" cy="0"/>
          <a:chOff x="0" y="0"/>
          <a:chExt cx="0" cy="0"/>
        </a:xfrm>
      </p:grpSpPr>
      <p:sp>
        <p:nvSpPr>
          <p:cNvPr id="22" name="Date Placeholder 21">
            <a:extLst>
              <a:ext uri="{FF2B5EF4-FFF2-40B4-BE49-F238E27FC236}">
                <a16:creationId xmlns:a16="http://schemas.microsoft.com/office/drawing/2014/main" id="{4BA1A79A-51A8-B2C5-0C0C-55BBDDB2F6DC}"/>
              </a:ext>
            </a:extLst>
          </p:cNvPr>
          <p:cNvSpPr>
            <a:spLocks noGrp="1"/>
          </p:cNvSpPr>
          <p:nvPr>
            <p:ph type="dt" sz="half" idx="10"/>
          </p:nvPr>
        </p:nvSpPr>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23" name="Footer Placeholder 22">
            <a:extLst>
              <a:ext uri="{FF2B5EF4-FFF2-40B4-BE49-F238E27FC236}">
                <a16:creationId xmlns:a16="http://schemas.microsoft.com/office/drawing/2014/main" id="{EAB60E6D-E596-1637-68AD-B1F8864A77C1}"/>
              </a:ext>
            </a:extLst>
          </p:cNvPr>
          <p:cNvSpPr>
            <a:spLocks noGrp="1"/>
          </p:cNvSpPr>
          <p:nvPr>
            <p:ph type="ftr" sz="quarter" idx="11"/>
          </p:nvPr>
        </p:nvSpPr>
        <p:spPr/>
        <p:txBody>
          <a:bodyPr wrap="none" anchor="ctr">
            <a:normAutofit/>
          </a:bodyPr>
          <a:lstStyle/>
          <a:p>
            <a:pPr>
              <a:spcBef>
                <a:spcPts val="1000"/>
              </a:spcBef>
              <a:buFont typeface="Arial" panose="020B0604020202020204" pitchFamily="34" charset="0"/>
              <a:buNone/>
            </a:pPr>
            <a:r>
              <a:rPr lang="en-US"/>
              <a:t>Presentation Title | Author | Date</a:t>
            </a:r>
            <a:endParaRPr lang="en-US" dirty="0"/>
          </a:p>
        </p:txBody>
      </p:sp>
      <p:sp>
        <p:nvSpPr>
          <p:cNvPr id="24" name="Slide Number Placeholder 23">
            <a:extLst>
              <a:ext uri="{FF2B5EF4-FFF2-40B4-BE49-F238E27FC236}">
                <a16:creationId xmlns:a16="http://schemas.microsoft.com/office/drawing/2014/main" id="{213A2FA5-EC52-BE22-C5F1-6A2261747FE4}"/>
              </a:ext>
            </a:extLst>
          </p:cNvPr>
          <p:cNvSpPr>
            <a:spLocks noGrp="1"/>
          </p:cNvSpPr>
          <p:nvPr>
            <p:ph type="sldNum" sz="quarter" idx="12"/>
          </p:nvPr>
        </p:nvSpPr>
        <p:spPr/>
        <p:txBody>
          <a:bodyPr wrap="square" anchor="ctr">
            <a:normAutofit/>
          </a:bodyPr>
          <a:lstStyle/>
          <a:p>
            <a:pPr algn="r">
              <a:spcAft>
                <a:spcPts val="600"/>
              </a:spcAft>
            </a:pPr>
            <a:fld id="{5D9A5160-6218-4E5A-B9E6-B93E3DAE377C}" type="slidenum">
              <a:rPr lang="en-US" smtClean="0"/>
              <a:pPr algn="r">
                <a:spcAft>
                  <a:spcPts val="600"/>
                </a:spcAft>
              </a:pPr>
              <a:t>15</a:t>
            </a:fld>
            <a:endParaRPr lang="en-US"/>
          </a:p>
        </p:txBody>
      </p:sp>
      <p:pic>
        <p:nvPicPr>
          <p:cNvPr id="3" name="Picture 2">
            <a:extLst>
              <a:ext uri="{FF2B5EF4-FFF2-40B4-BE49-F238E27FC236}">
                <a16:creationId xmlns:a16="http://schemas.microsoft.com/office/drawing/2014/main" id="{D7CD767C-C807-758D-2025-33813E7B0B1A}"/>
              </a:ext>
            </a:extLst>
          </p:cNvPr>
          <p:cNvPicPr>
            <a:picLocks noChangeAspect="1"/>
          </p:cNvPicPr>
          <p:nvPr/>
        </p:nvPicPr>
        <p:blipFill>
          <a:blip r:embed="rId2"/>
          <a:stretch>
            <a:fillRect/>
          </a:stretch>
        </p:blipFill>
        <p:spPr>
          <a:xfrm>
            <a:off x="-14765" y="531945"/>
            <a:ext cx="12206765" cy="5981315"/>
          </a:xfrm>
          <a:prstGeom prst="rect">
            <a:avLst/>
          </a:prstGeom>
          <a:noFill/>
          <a:effectLst>
            <a:softEdge rad="38100"/>
          </a:effectLst>
        </p:spPr>
      </p:pic>
    </p:spTree>
    <p:extLst>
      <p:ext uri="{BB962C8B-B14F-4D97-AF65-F5344CB8AC3E}">
        <p14:creationId xmlns:p14="http://schemas.microsoft.com/office/powerpoint/2010/main" val="3882786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00E0C0-970F-AC06-82F9-CFC0B790A2C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849FDE50-07AC-BAC7-7BCB-4ADC1D715E31}"/>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5975C0C6-991E-94D9-336B-1E1B6C35DF35}"/>
              </a:ext>
            </a:extLst>
          </p:cNvPr>
          <p:cNvSpPr>
            <a:spLocks noGrp="1"/>
          </p:cNvSpPr>
          <p:nvPr>
            <p:ph type="sldNum" sz="quarter" idx="12"/>
          </p:nvPr>
        </p:nvSpPr>
        <p:spPr/>
        <p:txBody>
          <a:bodyPr/>
          <a:lstStyle/>
          <a:p>
            <a:pPr algn="r"/>
            <a:fld id="{5D9A5160-6218-4E5A-B9E6-B93E3DAE377C}" type="slidenum">
              <a:rPr lang="en-US" smtClean="0"/>
              <a:pPr algn="r"/>
              <a:t>16</a:t>
            </a:fld>
            <a:endParaRPr lang="en-US"/>
          </a:p>
        </p:txBody>
      </p:sp>
      <p:pic>
        <p:nvPicPr>
          <p:cNvPr id="10" name="Picture 9">
            <a:extLst>
              <a:ext uri="{FF2B5EF4-FFF2-40B4-BE49-F238E27FC236}">
                <a16:creationId xmlns:a16="http://schemas.microsoft.com/office/drawing/2014/main" id="{D34D74AE-EC35-35A5-3D91-009B58F3F307}"/>
              </a:ext>
            </a:extLst>
          </p:cNvPr>
          <p:cNvPicPr>
            <a:picLocks noChangeAspect="1"/>
          </p:cNvPicPr>
          <p:nvPr/>
        </p:nvPicPr>
        <p:blipFill>
          <a:blip r:embed="rId2"/>
          <a:stretch>
            <a:fillRect/>
          </a:stretch>
        </p:blipFill>
        <p:spPr>
          <a:xfrm>
            <a:off x="-1" y="476672"/>
            <a:ext cx="12271689" cy="6048672"/>
          </a:xfrm>
          <a:prstGeom prst="rect">
            <a:avLst/>
          </a:prstGeom>
        </p:spPr>
      </p:pic>
    </p:spTree>
    <p:extLst>
      <p:ext uri="{BB962C8B-B14F-4D97-AF65-F5344CB8AC3E}">
        <p14:creationId xmlns:p14="http://schemas.microsoft.com/office/powerpoint/2010/main" val="1401026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5AC9B-624F-45BE-439A-5446653B1929}"/>
            </a:ext>
          </a:extLst>
        </p:cNvPr>
        <p:cNvGrpSpPr/>
        <p:nvPr/>
      </p:nvGrpSpPr>
      <p:grpSpPr>
        <a:xfrm>
          <a:off x="0" y="0"/>
          <a:ext cx="0" cy="0"/>
          <a:chOff x="0" y="0"/>
          <a:chExt cx="0" cy="0"/>
        </a:xfrm>
      </p:grpSpPr>
      <p:sp>
        <p:nvSpPr>
          <p:cNvPr id="57" name="Date Placeholder 1">
            <a:extLst>
              <a:ext uri="{FF2B5EF4-FFF2-40B4-BE49-F238E27FC236}">
                <a16:creationId xmlns:a16="http://schemas.microsoft.com/office/drawing/2014/main" id="{77D34D7B-2C58-E24F-DAD3-5D330C3C1105}"/>
              </a:ext>
            </a:extLst>
          </p:cNvPr>
          <p:cNvSpPr>
            <a:spLocks noGrp="1"/>
          </p:cNvSpPr>
          <p:nvPr>
            <p:ph type="dt" sz="half" idx="10"/>
          </p:nvPr>
        </p:nvSpPr>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p>
        </p:txBody>
      </p:sp>
      <p:sp>
        <p:nvSpPr>
          <p:cNvPr id="58" name="Footer Placeholder 2">
            <a:extLst>
              <a:ext uri="{FF2B5EF4-FFF2-40B4-BE49-F238E27FC236}">
                <a16:creationId xmlns:a16="http://schemas.microsoft.com/office/drawing/2014/main" id="{7351F4EF-3039-BFF8-2DB1-DA3742C3F0C5}"/>
              </a:ext>
            </a:extLst>
          </p:cNvPr>
          <p:cNvSpPr>
            <a:spLocks noGrp="1"/>
          </p:cNvSpPr>
          <p:nvPr>
            <p:ph type="ftr" sz="quarter" idx="11"/>
          </p:nvPr>
        </p:nvSpPr>
        <p:spPr/>
        <p:txBody>
          <a:bodyPr wrap="none" anchor="ctr">
            <a:normAutofit/>
          </a:bodyPr>
          <a:lstStyle/>
          <a:p>
            <a:pPr>
              <a:spcBef>
                <a:spcPts val="1000"/>
              </a:spcBef>
              <a:buFont typeface="Arial" panose="020B0604020202020204" pitchFamily="34" charset="0"/>
              <a:buNone/>
            </a:pPr>
            <a:r>
              <a:rPr lang="en-US"/>
              <a:t>Presentation Title | Author | Date</a:t>
            </a:r>
          </a:p>
        </p:txBody>
      </p:sp>
      <p:sp>
        <p:nvSpPr>
          <p:cNvPr id="83" name="Slide Number Placeholder 3">
            <a:extLst>
              <a:ext uri="{FF2B5EF4-FFF2-40B4-BE49-F238E27FC236}">
                <a16:creationId xmlns:a16="http://schemas.microsoft.com/office/drawing/2014/main" id="{9A34BA63-E2B8-E0B4-58D4-370BEE892ED4}"/>
              </a:ext>
            </a:extLst>
          </p:cNvPr>
          <p:cNvSpPr>
            <a:spLocks noGrp="1"/>
          </p:cNvSpPr>
          <p:nvPr>
            <p:ph type="sldNum" sz="quarter" idx="12"/>
          </p:nvPr>
        </p:nvSpPr>
        <p:spPr/>
        <p:txBody>
          <a:bodyPr wrap="square" anchor="ctr">
            <a:normAutofit/>
          </a:bodyPr>
          <a:lstStyle/>
          <a:p>
            <a:pPr algn="r">
              <a:spcAft>
                <a:spcPts val="600"/>
              </a:spcAft>
            </a:pPr>
            <a:fld id="{5D9A5160-6218-4E5A-B9E6-B93E3DAE377C}" type="slidenum">
              <a:rPr lang="en-US" smtClean="0"/>
              <a:pPr algn="r">
                <a:spcAft>
                  <a:spcPts val="600"/>
                </a:spcAft>
              </a:pPr>
              <a:t>17</a:t>
            </a:fld>
            <a:endParaRPr lang="en-US"/>
          </a:p>
        </p:txBody>
      </p:sp>
      <p:sp>
        <p:nvSpPr>
          <p:cNvPr id="90" name="Text Placeholder 4">
            <a:extLst>
              <a:ext uri="{FF2B5EF4-FFF2-40B4-BE49-F238E27FC236}">
                <a16:creationId xmlns:a16="http://schemas.microsoft.com/office/drawing/2014/main" id="{8C5136C2-F589-FF40-621D-62511DF0641C}"/>
              </a:ext>
            </a:extLst>
          </p:cNvPr>
          <p:cNvSpPr>
            <a:spLocks noGrp="1"/>
          </p:cNvSpPr>
          <p:nvPr>
            <p:ph type="body" sz="quarter" idx="4294967295"/>
          </p:nvPr>
        </p:nvSpPr>
        <p:spPr>
          <a:xfrm>
            <a:off x="260721" y="979662"/>
            <a:ext cx="11091863" cy="246062"/>
          </a:xfrm>
        </p:spPr>
        <p:txBody>
          <a:bodyPr/>
          <a:lstStyle/>
          <a:p>
            <a:r>
              <a:rPr lang="en-US" sz="1600" b="0" i="1">
                <a:solidFill>
                  <a:schemeClr val="accent2"/>
                </a:solidFill>
              </a:rPr>
              <a:t>Automated orchestration of data, intelligence, and user responses</a:t>
            </a:r>
            <a:endParaRPr lang="en-US" sz="1600" b="0" i="1" dirty="0">
              <a:solidFill>
                <a:schemeClr val="accent2"/>
              </a:solidFill>
            </a:endParaRPr>
          </a:p>
        </p:txBody>
      </p:sp>
      <p:sp>
        <p:nvSpPr>
          <p:cNvPr id="92" name="Title 5">
            <a:extLst>
              <a:ext uri="{FF2B5EF4-FFF2-40B4-BE49-F238E27FC236}">
                <a16:creationId xmlns:a16="http://schemas.microsoft.com/office/drawing/2014/main" id="{52D5DDAB-1F43-698B-677D-51A678495947}"/>
              </a:ext>
            </a:extLst>
          </p:cNvPr>
          <p:cNvSpPr>
            <a:spLocks noGrp="1"/>
          </p:cNvSpPr>
          <p:nvPr>
            <p:ph type="title" idx="4294967295"/>
          </p:nvPr>
        </p:nvSpPr>
        <p:spPr>
          <a:xfrm>
            <a:off x="260721" y="44624"/>
            <a:ext cx="11091863" cy="930275"/>
          </a:xfrm>
        </p:spPr>
        <p:txBody>
          <a:bodyPr/>
          <a:lstStyle/>
          <a:p>
            <a:r>
              <a:rPr lang="en-US" sz="3600" dirty="0">
                <a:solidFill>
                  <a:schemeClr val="bg2"/>
                </a:solidFill>
              </a:rPr>
              <a:t>Agentic AI Backend &amp; Orchestration Flow</a:t>
            </a:r>
          </a:p>
        </p:txBody>
      </p:sp>
      <p:pic>
        <p:nvPicPr>
          <p:cNvPr id="3" name="Picture 2">
            <a:extLst>
              <a:ext uri="{FF2B5EF4-FFF2-40B4-BE49-F238E27FC236}">
                <a16:creationId xmlns:a16="http://schemas.microsoft.com/office/drawing/2014/main" id="{ADF6541B-9F8C-D22E-785F-BA6ABCAD0DE2}"/>
              </a:ext>
            </a:extLst>
          </p:cNvPr>
          <p:cNvPicPr>
            <a:picLocks noChangeAspect="1"/>
          </p:cNvPicPr>
          <p:nvPr/>
        </p:nvPicPr>
        <p:blipFill>
          <a:blip r:embed="rId2"/>
          <a:srcRect l="-7037" t="6201" r="6117" b="1053"/>
          <a:stretch>
            <a:fillRect/>
          </a:stretch>
        </p:blipFill>
        <p:spPr>
          <a:xfrm>
            <a:off x="260721" y="1530752"/>
            <a:ext cx="10538267" cy="5144971"/>
          </a:xfrm>
          <a:prstGeom prst="rect">
            <a:avLst/>
          </a:prstGeom>
        </p:spPr>
      </p:pic>
      <p:sp>
        <p:nvSpPr>
          <p:cNvPr id="4" name="Rectangle 3">
            <a:extLst>
              <a:ext uri="{FF2B5EF4-FFF2-40B4-BE49-F238E27FC236}">
                <a16:creationId xmlns:a16="http://schemas.microsoft.com/office/drawing/2014/main" id="{249C380A-667E-8D9B-0A79-B10EA9FB6A98}"/>
              </a:ext>
            </a:extLst>
          </p:cNvPr>
          <p:cNvSpPr/>
          <p:nvPr/>
        </p:nvSpPr>
        <p:spPr>
          <a:xfrm>
            <a:off x="1199456" y="1556792"/>
            <a:ext cx="2736304" cy="432048"/>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Tree>
    <p:extLst>
      <p:ext uri="{BB962C8B-B14F-4D97-AF65-F5344CB8AC3E}">
        <p14:creationId xmlns:p14="http://schemas.microsoft.com/office/powerpoint/2010/main" val="7962155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B6155E3-B298-83FF-2F27-9A9BFA909758}"/>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3C18629F-7C50-4C85-22F4-1A988FE6733A}"/>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2A26B592-487B-72A4-9213-91427AAAF547}"/>
              </a:ext>
            </a:extLst>
          </p:cNvPr>
          <p:cNvSpPr>
            <a:spLocks noGrp="1"/>
          </p:cNvSpPr>
          <p:nvPr>
            <p:ph type="sldNum" sz="quarter" idx="12"/>
          </p:nvPr>
        </p:nvSpPr>
        <p:spPr/>
        <p:txBody>
          <a:bodyPr/>
          <a:lstStyle/>
          <a:p>
            <a:pPr algn="r"/>
            <a:fld id="{5D9A5160-6218-4E5A-B9E6-B93E3DAE377C}" type="slidenum">
              <a:rPr lang="en-US" smtClean="0"/>
              <a:pPr algn="r"/>
              <a:t>18</a:t>
            </a:fld>
            <a:endParaRPr lang="en-US"/>
          </a:p>
        </p:txBody>
      </p:sp>
      <p:sp>
        <p:nvSpPr>
          <p:cNvPr id="137" name="Title 5">
            <a:extLst>
              <a:ext uri="{FF2B5EF4-FFF2-40B4-BE49-F238E27FC236}">
                <a16:creationId xmlns:a16="http://schemas.microsoft.com/office/drawing/2014/main" id="{E79339F4-620F-8415-17BA-73B16132EAA6}"/>
              </a:ext>
            </a:extLst>
          </p:cNvPr>
          <p:cNvSpPr txBox="1">
            <a:spLocks/>
          </p:cNvSpPr>
          <p:nvPr/>
        </p:nvSpPr>
        <p:spPr>
          <a:xfrm>
            <a:off x="272144" y="44624"/>
            <a:ext cx="11091863" cy="930275"/>
          </a:xfrm>
          <a:prstGeom prst="rect">
            <a:avLst/>
          </a:prstGeom>
        </p:spPr>
        <p:txBody>
          <a:bodyPr vert="horz" lIns="0" tIns="0" rIns="0" bIns="12600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a:lstStyle>
          <a:p>
            <a:r>
              <a:rPr lang="en-US" sz="3600" dirty="0">
                <a:solidFill>
                  <a:schemeClr val="bg2"/>
                </a:solidFill>
              </a:rPr>
              <a:t>Tools Powering </a:t>
            </a:r>
            <a:r>
              <a:rPr lang="en-US" sz="3600" dirty="0" err="1">
                <a:solidFill>
                  <a:schemeClr val="bg2"/>
                </a:solidFill>
              </a:rPr>
              <a:t>Ascendra</a:t>
            </a:r>
            <a:endParaRPr lang="en-US" sz="3600" dirty="0">
              <a:solidFill>
                <a:schemeClr val="bg2"/>
              </a:solidFill>
            </a:endParaRPr>
          </a:p>
        </p:txBody>
      </p:sp>
      <p:sp>
        <p:nvSpPr>
          <p:cNvPr id="149" name="Rectangle: Rounded Corners 148">
            <a:extLst>
              <a:ext uri="{FF2B5EF4-FFF2-40B4-BE49-F238E27FC236}">
                <a16:creationId xmlns:a16="http://schemas.microsoft.com/office/drawing/2014/main" id="{1E2CB1FF-7702-9EB1-5007-64624301A7BD}"/>
              </a:ext>
            </a:extLst>
          </p:cNvPr>
          <p:cNvSpPr/>
          <p:nvPr/>
        </p:nvSpPr>
        <p:spPr>
          <a:xfrm>
            <a:off x="3173539" y="5763004"/>
            <a:ext cx="628284" cy="544331"/>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04" name="Shape">
            <a:extLst>
              <a:ext uri="{FF2B5EF4-FFF2-40B4-BE49-F238E27FC236}">
                <a16:creationId xmlns:a16="http://schemas.microsoft.com/office/drawing/2014/main" id="{FCA4632F-27D9-0E59-7876-85A3F289D2A0}"/>
              </a:ext>
            </a:extLst>
          </p:cNvPr>
          <p:cNvSpPr/>
          <p:nvPr/>
        </p:nvSpPr>
        <p:spPr>
          <a:xfrm>
            <a:off x="1307207" y="2630906"/>
            <a:ext cx="2273334" cy="1915873"/>
          </a:xfrm>
          <a:custGeom>
            <a:avLst/>
            <a:gdLst/>
            <a:ahLst/>
            <a:cxnLst>
              <a:cxn ang="0">
                <a:pos x="wd2" y="hd2"/>
              </a:cxn>
              <a:cxn ang="5400000">
                <a:pos x="wd2" y="hd2"/>
              </a:cxn>
              <a:cxn ang="10800000">
                <a:pos x="wd2" y="hd2"/>
              </a:cxn>
              <a:cxn ang="16200000">
                <a:pos x="wd2" y="hd2"/>
              </a:cxn>
            </a:cxnLst>
            <a:rect l="0" t="0" r="r" b="b"/>
            <a:pathLst>
              <a:path w="21566" h="21600" extrusionOk="0">
                <a:moveTo>
                  <a:pt x="16371" y="21429"/>
                </a:moveTo>
                <a:cubicBezTo>
                  <a:pt x="13517" y="21429"/>
                  <a:pt x="11190" y="18406"/>
                  <a:pt x="11190" y="14698"/>
                </a:cubicBezTo>
                <a:lnTo>
                  <a:pt x="11190" y="8708"/>
                </a:lnTo>
                <a:lnTo>
                  <a:pt x="16517" y="8708"/>
                </a:lnTo>
                <a:lnTo>
                  <a:pt x="16532" y="8632"/>
                </a:lnTo>
                <a:cubicBezTo>
                  <a:pt x="16576" y="8233"/>
                  <a:pt x="16605" y="7853"/>
                  <a:pt x="16605" y="7454"/>
                </a:cubicBezTo>
                <a:cubicBezTo>
                  <a:pt x="16605" y="3346"/>
                  <a:pt x="14029" y="0"/>
                  <a:pt x="10868" y="0"/>
                </a:cubicBezTo>
                <a:cubicBezTo>
                  <a:pt x="8556" y="0"/>
                  <a:pt x="6507" y="1768"/>
                  <a:pt x="5600" y="4506"/>
                </a:cubicBezTo>
                <a:cubicBezTo>
                  <a:pt x="4883" y="3537"/>
                  <a:pt x="3888" y="3080"/>
                  <a:pt x="2849" y="3232"/>
                </a:cubicBezTo>
                <a:cubicBezTo>
                  <a:pt x="1415" y="3461"/>
                  <a:pt x="259" y="4906"/>
                  <a:pt x="39" y="6750"/>
                </a:cubicBezTo>
                <a:cubicBezTo>
                  <a:pt x="-34" y="7377"/>
                  <a:pt x="-5" y="8005"/>
                  <a:pt x="127" y="8613"/>
                </a:cubicBezTo>
                <a:lnTo>
                  <a:pt x="142" y="8689"/>
                </a:lnTo>
                <a:lnTo>
                  <a:pt x="11044" y="8689"/>
                </a:lnTo>
                <a:lnTo>
                  <a:pt x="11044" y="14679"/>
                </a:lnTo>
                <a:cubicBezTo>
                  <a:pt x="11044" y="18501"/>
                  <a:pt x="13429" y="21600"/>
                  <a:pt x="16371" y="21600"/>
                </a:cubicBezTo>
                <a:lnTo>
                  <a:pt x="21566" y="21600"/>
                </a:lnTo>
                <a:lnTo>
                  <a:pt x="21566" y="21410"/>
                </a:lnTo>
                <a:lnTo>
                  <a:pt x="16371" y="21410"/>
                </a:lnTo>
                <a:close/>
                <a:moveTo>
                  <a:pt x="186" y="6807"/>
                </a:moveTo>
                <a:cubicBezTo>
                  <a:pt x="405" y="5039"/>
                  <a:pt x="1503" y="3651"/>
                  <a:pt x="2878" y="3442"/>
                </a:cubicBezTo>
                <a:cubicBezTo>
                  <a:pt x="3903" y="3289"/>
                  <a:pt x="4883" y="3765"/>
                  <a:pt x="5571" y="4753"/>
                </a:cubicBezTo>
                <a:lnTo>
                  <a:pt x="5644" y="4868"/>
                </a:lnTo>
                <a:lnTo>
                  <a:pt x="5688" y="4734"/>
                </a:lnTo>
                <a:cubicBezTo>
                  <a:pt x="6551" y="1977"/>
                  <a:pt x="8585" y="209"/>
                  <a:pt x="10868" y="209"/>
                </a:cubicBezTo>
                <a:cubicBezTo>
                  <a:pt x="13942" y="209"/>
                  <a:pt x="16459" y="3461"/>
                  <a:pt x="16459" y="7473"/>
                </a:cubicBezTo>
                <a:cubicBezTo>
                  <a:pt x="16459" y="7834"/>
                  <a:pt x="16444" y="8176"/>
                  <a:pt x="16400" y="8537"/>
                </a:cubicBezTo>
                <a:lnTo>
                  <a:pt x="259" y="8537"/>
                </a:lnTo>
                <a:cubicBezTo>
                  <a:pt x="142" y="7967"/>
                  <a:pt x="112" y="7377"/>
                  <a:pt x="186" y="6807"/>
                </a:cubicBezTo>
                <a:close/>
              </a:path>
            </a:pathLst>
          </a:custGeom>
          <a:solidFill>
            <a:schemeClr val="bg2"/>
          </a:solidFill>
          <a:ln w="12700">
            <a:miter lim="400000"/>
          </a:ln>
        </p:spPr>
        <p:txBody>
          <a:bodyPr lIns="28575" tIns="28575" rIns="28575" bIns="28575" anchor="ctr"/>
          <a:lstStyle/>
          <a:p>
            <a:pPr>
              <a:defRPr sz="3000">
                <a:solidFill>
                  <a:srgbClr val="FFFFFF"/>
                </a:solidFill>
              </a:defRPr>
            </a:pPr>
            <a:endParaRPr sz="2800"/>
          </a:p>
        </p:txBody>
      </p:sp>
      <p:sp>
        <p:nvSpPr>
          <p:cNvPr id="105" name="Shape">
            <a:extLst>
              <a:ext uri="{FF2B5EF4-FFF2-40B4-BE49-F238E27FC236}">
                <a16:creationId xmlns:a16="http://schemas.microsoft.com/office/drawing/2014/main" id="{F0997534-6156-F77C-2129-9E64C266A079}"/>
              </a:ext>
            </a:extLst>
          </p:cNvPr>
          <p:cNvSpPr/>
          <p:nvPr/>
        </p:nvSpPr>
        <p:spPr>
          <a:xfrm>
            <a:off x="3420600" y="1396755"/>
            <a:ext cx="1750380" cy="2644446"/>
          </a:xfrm>
          <a:custGeom>
            <a:avLst/>
            <a:gdLst/>
            <a:ahLst/>
            <a:cxnLst>
              <a:cxn ang="0">
                <a:pos x="wd2" y="hd2"/>
              </a:cxn>
              <a:cxn ang="5400000">
                <a:pos x="wd2" y="hd2"/>
              </a:cxn>
              <a:cxn ang="10800000">
                <a:pos x="wd2" y="hd2"/>
              </a:cxn>
              <a:cxn ang="16200000">
                <a:pos x="wd2" y="hd2"/>
              </a:cxn>
            </a:cxnLst>
            <a:rect l="0" t="0" r="r" b="b"/>
            <a:pathLst>
              <a:path w="21556" h="21600" extrusionOk="0">
                <a:moveTo>
                  <a:pt x="21505" y="4890"/>
                </a:moveTo>
                <a:cubicBezTo>
                  <a:pt x="21220" y="3554"/>
                  <a:pt x="19700" y="2493"/>
                  <a:pt x="17858" y="2342"/>
                </a:cubicBezTo>
                <a:cubicBezTo>
                  <a:pt x="16509" y="2218"/>
                  <a:pt x="15217" y="2562"/>
                  <a:pt x="14286" y="3265"/>
                </a:cubicBezTo>
                <a:cubicBezTo>
                  <a:pt x="13108" y="1267"/>
                  <a:pt x="10449" y="0"/>
                  <a:pt x="7447" y="0"/>
                </a:cubicBezTo>
                <a:cubicBezTo>
                  <a:pt x="3344" y="0"/>
                  <a:pt x="0" y="2425"/>
                  <a:pt x="0" y="5400"/>
                </a:cubicBezTo>
                <a:cubicBezTo>
                  <a:pt x="0" y="5689"/>
                  <a:pt x="38" y="5965"/>
                  <a:pt x="95" y="6254"/>
                </a:cubicBezTo>
                <a:lnTo>
                  <a:pt x="114" y="6309"/>
                </a:lnTo>
                <a:lnTo>
                  <a:pt x="17326" y="6309"/>
                </a:lnTo>
                <a:lnTo>
                  <a:pt x="17326" y="21600"/>
                </a:lnTo>
                <a:lnTo>
                  <a:pt x="17516" y="21600"/>
                </a:lnTo>
                <a:lnTo>
                  <a:pt x="17516" y="6309"/>
                </a:lnTo>
                <a:lnTo>
                  <a:pt x="21372" y="6309"/>
                </a:lnTo>
                <a:lnTo>
                  <a:pt x="21391" y="6254"/>
                </a:lnTo>
                <a:cubicBezTo>
                  <a:pt x="21562" y="5799"/>
                  <a:pt x="21600" y="5345"/>
                  <a:pt x="21505" y="4890"/>
                </a:cubicBezTo>
                <a:close/>
                <a:moveTo>
                  <a:pt x="21220" y="6158"/>
                </a:moveTo>
                <a:lnTo>
                  <a:pt x="266" y="6158"/>
                </a:lnTo>
                <a:cubicBezTo>
                  <a:pt x="209" y="5896"/>
                  <a:pt x="190" y="5648"/>
                  <a:pt x="190" y="5386"/>
                </a:cubicBezTo>
                <a:cubicBezTo>
                  <a:pt x="190" y="2493"/>
                  <a:pt x="3439" y="124"/>
                  <a:pt x="7447" y="124"/>
                </a:cubicBezTo>
                <a:cubicBezTo>
                  <a:pt x="10411" y="124"/>
                  <a:pt x="13051" y="1419"/>
                  <a:pt x="14172" y="3403"/>
                </a:cubicBezTo>
                <a:lnTo>
                  <a:pt x="14229" y="3499"/>
                </a:lnTo>
                <a:lnTo>
                  <a:pt x="14324" y="3416"/>
                </a:lnTo>
                <a:cubicBezTo>
                  <a:pt x="15217" y="2700"/>
                  <a:pt x="16490" y="2342"/>
                  <a:pt x="17819" y="2466"/>
                </a:cubicBezTo>
                <a:cubicBezTo>
                  <a:pt x="19586" y="2617"/>
                  <a:pt x="21030" y="3623"/>
                  <a:pt x="21315" y="4904"/>
                </a:cubicBezTo>
                <a:cubicBezTo>
                  <a:pt x="21410" y="5331"/>
                  <a:pt x="21372" y="5744"/>
                  <a:pt x="21220" y="6158"/>
                </a:cubicBezTo>
                <a:close/>
              </a:path>
            </a:pathLst>
          </a:custGeom>
          <a:solidFill>
            <a:schemeClr val="bg2"/>
          </a:solidFill>
          <a:ln w="12700">
            <a:miter lim="400000"/>
          </a:ln>
        </p:spPr>
        <p:txBody>
          <a:bodyPr lIns="28575" tIns="28575" rIns="28575" bIns="28575" anchor="ctr"/>
          <a:lstStyle/>
          <a:p>
            <a:pPr>
              <a:defRPr sz="3000">
                <a:solidFill>
                  <a:srgbClr val="FFFFFF"/>
                </a:solidFill>
              </a:defRPr>
            </a:pPr>
            <a:endParaRPr sz="2800"/>
          </a:p>
        </p:txBody>
      </p:sp>
      <p:sp>
        <p:nvSpPr>
          <p:cNvPr id="106" name="Shape">
            <a:extLst>
              <a:ext uri="{FF2B5EF4-FFF2-40B4-BE49-F238E27FC236}">
                <a16:creationId xmlns:a16="http://schemas.microsoft.com/office/drawing/2014/main" id="{2A09AB71-B75F-E1DD-46AD-FB85F0BE7B55}"/>
              </a:ext>
            </a:extLst>
          </p:cNvPr>
          <p:cNvSpPr/>
          <p:nvPr/>
        </p:nvSpPr>
        <p:spPr>
          <a:xfrm>
            <a:off x="6336159" y="1340768"/>
            <a:ext cx="1750385" cy="2003575"/>
          </a:xfrm>
          <a:custGeom>
            <a:avLst/>
            <a:gdLst/>
            <a:ahLst/>
            <a:cxnLst>
              <a:cxn ang="0">
                <a:pos x="wd2" y="hd2"/>
              </a:cxn>
              <a:cxn ang="5400000">
                <a:pos x="wd2" y="hd2"/>
              </a:cxn>
              <a:cxn ang="10800000">
                <a:pos x="wd2" y="hd2"/>
              </a:cxn>
              <a:cxn ang="16200000">
                <a:pos x="wd2" y="hd2"/>
              </a:cxn>
            </a:cxnLst>
            <a:rect l="0" t="0" r="r" b="b"/>
            <a:pathLst>
              <a:path w="21556" h="21600" extrusionOk="0">
                <a:moveTo>
                  <a:pt x="14109" y="0"/>
                </a:moveTo>
                <a:cubicBezTo>
                  <a:pt x="11107" y="0"/>
                  <a:pt x="8448" y="1691"/>
                  <a:pt x="7270" y="4309"/>
                </a:cubicBezTo>
                <a:cubicBezTo>
                  <a:pt x="6339" y="3382"/>
                  <a:pt x="5047" y="2945"/>
                  <a:pt x="3698" y="3091"/>
                </a:cubicBezTo>
                <a:cubicBezTo>
                  <a:pt x="1837" y="3309"/>
                  <a:pt x="336" y="4691"/>
                  <a:pt x="51" y="6455"/>
                </a:cubicBezTo>
                <a:cubicBezTo>
                  <a:pt x="-44" y="7055"/>
                  <a:pt x="-6" y="7655"/>
                  <a:pt x="165" y="8236"/>
                </a:cubicBezTo>
                <a:lnTo>
                  <a:pt x="184" y="8309"/>
                </a:lnTo>
                <a:lnTo>
                  <a:pt x="9246" y="8309"/>
                </a:lnTo>
                <a:lnTo>
                  <a:pt x="9246" y="21600"/>
                </a:lnTo>
                <a:lnTo>
                  <a:pt x="9436" y="21600"/>
                </a:lnTo>
                <a:lnTo>
                  <a:pt x="9436" y="8327"/>
                </a:lnTo>
                <a:lnTo>
                  <a:pt x="21442" y="8327"/>
                </a:lnTo>
                <a:lnTo>
                  <a:pt x="21461" y="8255"/>
                </a:lnTo>
                <a:cubicBezTo>
                  <a:pt x="21518" y="7873"/>
                  <a:pt x="21556" y="7509"/>
                  <a:pt x="21556" y="7127"/>
                </a:cubicBezTo>
                <a:cubicBezTo>
                  <a:pt x="21556" y="3200"/>
                  <a:pt x="18212" y="0"/>
                  <a:pt x="14109" y="0"/>
                </a:cubicBezTo>
                <a:close/>
                <a:moveTo>
                  <a:pt x="21290" y="8145"/>
                </a:moveTo>
                <a:lnTo>
                  <a:pt x="336" y="8145"/>
                </a:lnTo>
                <a:cubicBezTo>
                  <a:pt x="184" y="7618"/>
                  <a:pt x="146" y="7055"/>
                  <a:pt x="241" y="6509"/>
                </a:cubicBezTo>
                <a:cubicBezTo>
                  <a:pt x="526" y="4818"/>
                  <a:pt x="1951" y="3491"/>
                  <a:pt x="3736" y="3291"/>
                </a:cubicBezTo>
                <a:cubicBezTo>
                  <a:pt x="5066" y="3145"/>
                  <a:pt x="6339" y="3600"/>
                  <a:pt x="7232" y="4545"/>
                </a:cubicBezTo>
                <a:lnTo>
                  <a:pt x="7327" y="4655"/>
                </a:lnTo>
                <a:lnTo>
                  <a:pt x="7384" y="4527"/>
                </a:lnTo>
                <a:cubicBezTo>
                  <a:pt x="8505" y="1891"/>
                  <a:pt x="11145" y="200"/>
                  <a:pt x="14109" y="200"/>
                </a:cubicBezTo>
                <a:cubicBezTo>
                  <a:pt x="18098" y="200"/>
                  <a:pt x="21366" y="3309"/>
                  <a:pt x="21366" y="7145"/>
                </a:cubicBezTo>
                <a:cubicBezTo>
                  <a:pt x="21366" y="7455"/>
                  <a:pt x="21328" y="7800"/>
                  <a:pt x="21290" y="8145"/>
                </a:cubicBezTo>
                <a:close/>
              </a:path>
            </a:pathLst>
          </a:custGeom>
          <a:solidFill>
            <a:schemeClr val="bg2"/>
          </a:solidFill>
          <a:ln w="12700">
            <a:miter lim="400000"/>
          </a:ln>
        </p:spPr>
        <p:txBody>
          <a:bodyPr lIns="28575" tIns="28575" rIns="28575" bIns="28575" anchor="ctr"/>
          <a:lstStyle/>
          <a:p>
            <a:pPr>
              <a:defRPr sz="3000">
                <a:solidFill>
                  <a:srgbClr val="FFFFFF"/>
                </a:solidFill>
              </a:defRPr>
            </a:pPr>
            <a:endParaRPr sz="2800"/>
          </a:p>
        </p:txBody>
      </p:sp>
      <p:sp>
        <p:nvSpPr>
          <p:cNvPr id="107" name="Shape">
            <a:extLst>
              <a:ext uri="{FF2B5EF4-FFF2-40B4-BE49-F238E27FC236}">
                <a16:creationId xmlns:a16="http://schemas.microsoft.com/office/drawing/2014/main" id="{0EC3E642-F6E9-FADE-B2A6-59F5831BC597}"/>
              </a:ext>
            </a:extLst>
          </p:cNvPr>
          <p:cNvSpPr/>
          <p:nvPr/>
        </p:nvSpPr>
        <p:spPr>
          <a:xfrm>
            <a:off x="8326144" y="2837323"/>
            <a:ext cx="2558648" cy="1377874"/>
          </a:xfrm>
          <a:custGeom>
            <a:avLst/>
            <a:gdLst/>
            <a:ahLst/>
            <a:cxnLst>
              <a:cxn ang="0">
                <a:pos x="wd2" y="hd2"/>
              </a:cxn>
              <a:cxn ang="5400000">
                <a:pos x="wd2" y="hd2"/>
              </a:cxn>
              <a:cxn ang="10800000">
                <a:pos x="wd2" y="hd2"/>
              </a:cxn>
              <a:cxn ang="16200000">
                <a:pos x="wd2" y="hd2"/>
              </a:cxn>
            </a:cxnLst>
            <a:rect l="0" t="0" r="r" b="b"/>
            <a:pathLst>
              <a:path w="21569" h="21600" extrusionOk="0">
                <a:moveTo>
                  <a:pt x="21535" y="9386"/>
                </a:moveTo>
                <a:cubicBezTo>
                  <a:pt x="21340" y="6821"/>
                  <a:pt x="20300" y="4785"/>
                  <a:pt x="19038" y="4495"/>
                </a:cubicBezTo>
                <a:cubicBezTo>
                  <a:pt x="18115" y="4257"/>
                  <a:pt x="17231" y="4918"/>
                  <a:pt x="16593" y="6266"/>
                </a:cubicBezTo>
                <a:cubicBezTo>
                  <a:pt x="15787" y="2432"/>
                  <a:pt x="13967" y="0"/>
                  <a:pt x="11912" y="0"/>
                </a:cubicBezTo>
                <a:cubicBezTo>
                  <a:pt x="9103" y="0"/>
                  <a:pt x="6814" y="4653"/>
                  <a:pt x="6814" y="10364"/>
                </a:cubicBezTo>
                <a:cubicBezTo>
                  <a:pt x="6814" y="10919"/>
                  <a:pt x="6840" y="11448"/>
                  <a:pt x="6879" y="12003"/>
                </a:cubicBezTo>
                <a:lnTo>
                  <a:pt x="6892" y="12109"/>
                </a:lnTo>
                <a:lnTo>
                  <a:pt x="10221" y="12109"/>
                </a:lnTo>
                <a:cubicBezTo>
                  <a:pt x="10182" y="17211"/>
                  <a:pt x="8141" y="21336"/>
                  <a:pt x="5618" y="21336"/>
                </a:cubicBezTo>
                <a:lnTo>
                  <a:pt x="0" y="21336"/>
                </a:lnTo>
                <a:lnTo>
                  <a:pt x="0" y="21600"/>
                </a:lnTo>
                <a:lnTo>
                  <a:pt x="5618" y="21600"/>
                </a:lnTo>
                <a:cubicBezTo>
                  <a:pt x="8206" y="21600"/>
                  <a:pt x="10312" y="17343"/>
                  <a:pt x="10351" y="12109"/>
                </a:cubicBezTo>
                <a:lnTo>
                  <a:pt x="21431" y="12109"/>
                </a:lnTo>
                <a:lnTo>
                  <a:pt x="21444" y="12003"/>
                </a:lnTo>
                <a:cubicBezTo>
                  <a:pt x="21574" y="11131"/>
                  <a:pt x="21600" y="10258"/>
                  <a:pt x="21535" y="9386"/>
                </a:cubicBezTo>
                <a:close/>
                <a:moveTo>
                  <a:pt x="21340" y="11792"/>
                </a:moveTo>
                <a:lnTo>
                  <a:pt x="6996" y="11792"/>
                </a:lnTo>
                <a:cubicBezTo>
                  <a:pt x="6957" y="11289"/>
                  <a:pt x="6944" y="10813"/>
                  <a:pt x="6944" y="10311"/>
                </a:cubicBezTo>
                <a:cubicBezTo>
                  <a:pt x="6944" y="4759"/>
                  <a:pt x="9168" y="212"/>
                  <a:pt x="11912" y="212"/>
                </a:cubicBezTo>
                <a:cubicBezTo>
                  <a:pt x="13941" y="212"/>
                  <a:pt x="15748" y="2697"/>
                  <a:pt x="16515" y="6504"/>
                </a:cubicBezTo>
                <a:lnTo>
                  <a:pt x="16554" y="6689"/>
                </a:lnTo>
                <a:lnTo>
                  <a:pt x="16619" y="6530"/>
                </a:lnTo>
                <a:cubicBezTo>
                  <a:pt x="17231" y="5155"/>
                  <a:pt x="18102" y="4468"/>
                  <a:pt x="19012" y="4706"/>
                </a:cubicBezTo>
                <a:cubicBezTo>
                  <a:pt x="20222" y="4997"/>
                  <a:pt x="21210" y="6927"/>
                  <a:pt x="21405" y="9386"/>
                </a:cubicBezTo>
                <a:cubicBezTo>
                  <a:pt x="21470" y="10205"/>
                  <a:pt x="21444" y="11025"/>
                  <a:pt x="21340" y="11792"/>
                </a:cubicBezTo>
                <a:close/>
              </a:path>
            </a:pathLst>
          </a:custGeom>
          <a:solidFill>
            <a:schemeClr val="bg2"/>
          </a:solidFill>
          <a:ln w="12700">
            <a:miter lim="400000"/>
          </a:ln>
        </p:spPr>
        <p:txBody>
          <a:bodyPr lIns="28575" tIns="28575" rIns="28575" bIns="28575" anchor="ctr"/>
          <a:lstStyle/>
          <a:p>
            <a:pPr>
              <a:defRPr sz="3000">
                <a:solidFill>
                  <a:srgbClr val="FFFFFF"/>
                </a:solidFill>
              </a:defRPr>
            </a:pPr>
            <a:endParaRPr sz="2800"/>
          </a:p>
        </p:txBody>
      </p:sp>
      <p:sp>
        <p:nvSpPr>
          <p:cNvPr id="108" name="Shape">
            <a:extLst>
              <a:ext uri="{FF2B5EF4-FFF2-40B4-BE49-F238E27FC236}">
                <a16:creationId xmlns:a16="http://schemas.microsoft.com/office/drawing/2014/main" id="{3A4D0653-3253-E5DA-B4B7-2CC309914579}"/>
              </a:ext>
            </a:extLst>
          </p:cNvPr>
          <p:cNvSpPr/>
          <p:nvPr/>
        </p:nvSpPr>
        <p:spPr>
          <a:xfrm>
            <a:off x="2615628" y="3039082"/>
            <a:ext cx="1669689" cy="1664585"/>
          </a:xfrm>
          <a:custGeom>
            <a:avLst/>
            <a:gdLst/>
            <a:ahLst/>
            <a:cxnLst>
              <a:cxn ang="0">
                <a:pos x="wd2" y="hd2"/>
              </a:cxn>
              <a:cxn ang="5400000">
                <a:pos x="wd2" y="hd2"/>
              </a:cxn>
              <a:cxn ang="10800000">
                <a:pos x="wd2" y="hd2"/>
              </a:cxn>
              <a:cxn ang="16200000">
                <a:pos x="wd2" y="hd2"/>
              </a:cxn>
            </a:cxnLst>
            <a:rect l="0" t="0" r="r" b="b"/>
            <a:pathLst>
              <a:path w="21006" h="21600" extrusionOk="0">
                <a:moveTo>
                  <a:pt x="15281" y="6478"/>
                </a:moveTo>
                <a:cubicBezTo>
                  <a:pt x="15029" y="7178"/>
                  <a:pt x="14485" y="7681"/>
                  <a:pt x="13825" y="7769"/>
                </a:cubicBezTo>
                <a:cubicBezTo>
                  <a:pt x="10390" y="8316"/>
                  <a:pt x="7557" y="11008"/>
                  <a:pt x="6431" y="14619"/>
                </a:cubicBezTo>
                <a:cubicBezTo>
                  <a:pt x="6160" y="15472"/>
                  <a:pt x="5422" y="15998"/>
                  <a:pt x="4627" y="15998"/>
                </a:cubicBezTo>
                <a:cubicBezTo>
                  <a:pt x="4627" y="15998"/>
                  <a:pt x="4607" y="15998"/>
                  <a:pt x="4607" y="15998"/>
                </a:cubicBezTo>
                <a:cubicBezTo>
                  <a:pt x="2957" y="15998"/>
                  <a:pt x="1483" y="16807"/>
                  <a:pt x="473" y="18077"/>
                </a:cubicBezTo>
                <a:cubicBezTo>
                  <a:pt x="-594" y="19433"/>
                  <a:pt x="260" y="21600"/>
                  <a:pt x="1890" y="21600"/>
                </a:cubicBezTo>
                <a:lnTo>
                  <a:pt x="6451" y="21600"/>
                </a:lnTo>
                <a:lnTo>
                  <a:pt x="10119" y="21600"/>
                </a:lnTo>
                <a:lnTo>
                  <a:pt x="19628" y="21600"/>
                </a:lnTo>
                <a:lnTo>
                  <a:pt x="21006" y="21600"/>
                </a:lnTo>
                <a:lnTo>
                  <a:pt x="21006" y="0"/>
                </a:lnTo>
                <a:cubicBezTo>
                  <a:pt x="18425" y="1247"/>
                  <a:pt x="16368" y="3567"/>
                  <a:pt x="15281" y="6478"/>
                </a:cubicBezTo>
                <a:close/>
              </a:path>
            </a:pathLst>
          </a:custGeom>
          <a:solidFill>
            <a:schemeClr val="accent1">
              <a:lumMod val="90000"/>
              <a:lumOff val="10000"/>
            </a:schemeClr>
          </a:solidFill>
          <a:ln w="12700">
            <a:miter lim="400000"/>
          </a:ln>
        </p:spPr>
        <p:txBody>
          <a:bodyPr lIns="28575" tIns="28575" rIns="28575" bIns="28575" anchor="ctr"/>
          <a:lstStyle/>
          <a:p>
            <a:pPr>
              <a:defRPr sz="3000">
                <a:solidFill>
                  <a:srgbClr val="FFFFFF"/>
                </a:solidFill>
              </a:defRPr>
            </a:pPr>
            <a:endParaRPr sz="2800"/>
          </a:p>
        </p:txBody>
      </p:sp>
      <p:sp>
        <p:nvSpPr>
          <p:cNvPr id="109" name="Shape">
            <a:extLst>
              <a:ext uri="{FF2B5EF4-FFF2-40B4-BE49-F238E27FC236}">
                <a16:creationId xmlns:a16="http://schemas.microsoft.com/office/drawing/2014/main" id="{8899F257-878E-47A7-7EC7-42B6DFDA9C71}"/>
              </a:ext>
            </a:extLst>
          </p:cNvPr>
          <p:cNvSpPr/>
          <p:nvPr/>
        </p:nvSpPr>
        <p:spPr>
          <a:xfrm>
            <a:off x="4361516" y="2312715"/>
            <a:ext cx="1697489" cy="2390952"/>
          </a:xfrm>
          <a:custGeom>
            <a:avLst/>
            <a:gdLst/>
            <a:ahLst/>
            <a:cxnLst>
              <a:cxn ang="0">
                <a:pos x="wd2" y="hd2"/>
              </a:cxn>
              <a:cxn ang="5400000">
                <a:pos x="wd2" y="hd2"/>
              </a:cxn>
              <a:cxn ang="10800000">
                <a:pos x="wd2" y="hd2"/>
              </a:cxn>
              <a:cxn ang="16200000">
                <a:pos x="wd2" y="hd2"/>
              </a:cxn>
            </a:cxnLst>
            <a:rect l="0" t="0" r="r" b="b"/>
            <a:pathLst>
              <a:path w="21600" h="21600" extrusionOk="0">
                <a:moveTo>
                  <a:pt x="8444" y="5144"/>
                </a:moveTo>
                <a:cubicBezTo>
                  <a:pt x="8005" y="5609"/>
                  <a:pt x="7247" y="5842"/>
                  <a:pt x="6528" y="5733"/>
                </a:cubicBezTo>
                <a:cubicBezTo>
                  <a:pt x="5829" y="5625"/>
                  <a:pt x="5091" y="5563"/>
                  <a:pt x="4352" y="5563"/>
                </a:cubicBezTo>
                <a:cubicBezTo>
                  <a:pt x="2815" y="5563"/>
                  <a:pt x="1338" y="5811"/>
                  <a:pt x="0" y="6244"/>
                </a:cubicBezTo>
                <a:lnTo>
                  <a:pt x="0" y="21538"/>
                </a:lnTo>
                <a:lnTo>
                  <a:pt x="2915" y="21538"/>
                </a:lnTo>
                <a:lnTo>
                  <a:pt x="9882" y="21538"/>
                </a:lnTo>
                <a:cubicBezTo>
                  <a:pt x="9902" y="21554"/>
                  <a:pt x="9942" y="21585"/>
                  <a:pt x="9962" y="21600"/>
                </a:cubicBezTo>
                <a:cubicBezTo>
                  <a:pt x="10021" y="21584"/>
                  <a:pt x="10061" y="21554"/>
                  <a:pt x="10121" y="21538"/>
                </a:cubicBezTo>
                <a:lnTo>
                  <a:pt x="21600" y="21538"/>
                </a:lnTo>
                <a:lnTo>
                  <a:pt x="21600" y="0"/>
                </a:lnTo>
                <a:cubicBezTo>
                  <a:pt x="16210" y="16"/>
                  <a:pt x="11439" y="2030"/>
                  <a:pt x="8444" y="5144"/>
                </a:cubicBezTo>
                <a:close/>
              </a:path>
            </a:pathLst>
          </a:custGeom>
          <a:solidFill>
            <a:schemeClr val="accent3">
              <a:lumMod val="75000"/>
            </a:schemeClr>
          </a:solidFill>
          <a:ln w="12700">
            <a:miter lim="400000"/>
          </a:ln>
        </p:spPr>
        <p:txBody>
          <a:bodyPr lIns="28575" tIns="28575" rIns="28575" bIns="28575" anchor="ctr"/>
          <a:lstStyle/>
          <a:p>
            <a:pPr>
              <a:defRPr sz="3000">
                <a:solidFill>
                  <a:srgbClr val="FFFFFF"/>
                </a:solidFill>
              </a:defRPr>
            </a:pPr>
            <a:endParaRPr sz="2800"/>
          </a:p>
        </p:txBody>
      </p:sp>
      <p:sp>
        <p:nvSpPr>
          <p:cNvPr id="110" name="Shape">
            <a:extLst>
              <a:ext uri="{FF2B5EF4-FFF2-40B4-BE49-F238E27FC236}">
                <a16:creationId xmlns:a16="http://schemas.microsoft.com/office/drawing/2014/main" id="{89DF4454-3006-7269-D22E-BEC831B0D966}"/>
              </a:ext>
            </a:extLst>
          </p:cNvPr>
          <p:cNvSpPr/>
          <p:nvPr/>
        </p:nvSpPr>
        <p:spPr>
          <a:xfrm flipH="1">
            <a:off x="7907753" y="3039082"/>
            <a:ext cx="1668620" cy="1664585"/>
          </a:xfrm>
          <a:custGeom>
            <a:avLst/>
            <a:gdLst/>
            <a:ahLst/>
            <a:cxnLst>
              <a:cxn ang="0">
                <a:pos x="wd2" y="hd2"/>
              </a:cxn>
              <a:cxn ang="5400000">
                <a:pos x="wd2" y="hd2"/>
              </a:cxn>
              <a:cxn ang="10800000">
                <a:pos x="wd2" y="hd2"/>
              </a:cxn>
              <a:cxn ang="16200000">
                <a:pos x="wd2" y="hd2"/>
              </a:cxn>
            </a:cxnLst>
            <a:rect l="0" t="0" r="r" b="b"/>
            <a:pathLst>
              <a:path w="21006" h="21600" extrusionOk="0">
                <a:moveTo>
                  <a:pt x="15281" y="6478"/>
                </a:moveTo>
                <a:cubicBezTo>
                  <a:pt x="15029" y="7178"/>
                  <a:pt x="14485" y="7681"/>
                  <a:pt x="13825" y="7769"/>
                </a:cubicBezTo>
                <a:cubicBezTo>
                  <a:pt x="10390" y="8316"/>
                  <a:pt x="7557" y="11008"/>
                  <a:pt x="6431" y="14619"/>
                </a:cubicBezTo>
                <a:cubicBezTo>
                  <a:pt x="6160" y="15472"/>
                  <a:pt x="5422" y="15998"/>
                  <a:pt x="4627" y="15998"/>
                </a:cubicBezTo>
                <a:cubicBezTo>
                  <a:pt x="4627" y="15998"/>
                  <a:pt x="4607" y="15998"/>
                  <a:pt x="4607" y="15998"/>
                </a:cubicBezTo>
                <a:cubicBezTo>
                  <a:pt x="2957" y="15998"/>
                  <a:pt x="1483" y="16807"/>
                  <a:pt x="473" y="18077"/>
                </a:cubicBezTo>
                <a:cubicBezTo>
                  <a:pt x="-594" y="19433"/>
                  <a:pt x="260" y="21600"/>
                  <a:pt x="1890" y="21600"/>
                </a:cubicBezTo>
                <a:lnTo>
                  <a:pt x="6451" y="21600"/>
                </a:lnTo>
                <a:lnTo>
                  <a:pt x="10119" y="21600"/>
                </a:lnTo>
                <a:lnTo>
                  <a:pt x="19628" y="21600"/>
                </a:lnTo>
                <a:lnTo>
                  <a:pt x="21006" y="21600"/>
                </a:lnTo>
                <a:lnTo>
                  <a:pt x="21006" y="0"/>
                </a:lnTo>
                <a:cubicBezTo>
                  <a:pt x="18425" y="1247"/>
                  <a:pt x="16368" y="3567"/>
                  <a:pt x="15281" y="6478"/>
                </a:cubicBezTo>
                <a:close/>
              </a:path>
            </a:pathLst>
          </a:custGeom>
          <a:solidFill>
            <a:schemeClr val="accent3">
              <a:lumMod val="60000"/>
              <a:lumOff val="40000"/>
            </a:schemeClr>
          </a:solidFill>
          <a:ln w="12700">
            <a:miter lim="400000"/>
          </a:ln>
        </p:spPr>
        <p:txBody>
          <a:bodyPr lIns="28575" tIns="28575" rIns="28575" bIns="28575" anchor="ctr"/>
          <a:lstStyle/>
          <a:p>
            <a:pPr>
              <a:defRPr sz="3000">
                <a:solidFill>
                  <a:srgbClr val="FFFFFF"/>
                </a:solidFill>
              </a:defRPr>
            </a:pPr>
            <a:endParaRPr sz="2800"/>
          </a:p>
        </p:txBody>
      </p:sp>
      <p:sp>
        <p:nvSpPr>
          <p:cNvPr id="111" name="Shape">
            <a:extLst>
              <a:ext uri="{FF2B5EF4-FFF2-40B4-BE49-F238E27FC236}">
                <a16:creationId xmlns:a16="http://schemas.microsoft.com/office/drawing/2014/main" id="{192CA712-FFC0-6B25-B306-805B6324B039}"/>
              </a:ext>
            </a:extLst>
          </p:cNvPr>
          <p:cNvSpPr/>
          <p:nvPr/>
        </p:nvSpPr>
        <p:spPr>
          <a:xfrm flipH="1">
            <a:off x="6135203" y="2312715"/>
            <a:ext cx="1696402" cy="2390952"/>
          </a:xfrm>
          <a:custGeom>
            <a:avLst/>
            <a:gdLst/>
            <a:ahLst/>
            <a:cxnLst>
              <a:cxn ang="0">
                <a:pos x="wd2" y="hd2"/>
              </a:cxn>
              <a:cxn ang="5400000">
                <a:pos x="wd2" y="hd2"/>
              </a:cxn>
              <a:cxn ang="10800000">
                <a:pos x="wd2" y="hd2"/>
              </a:cxn>
              <a:cxn ang="16200000">
                <a:pos x="wd2" y="hd2"/>
              </a:cxn>
            </a:cxnLst>
            <a:rect l="0" t="0" r="r" b="b"/>
            <a:pathLst>
              <a:path w="21600" h="21600" extrusionOk="0">
                <a:moveTo>
                  <a:pt x="8444" y="5144"/>
                </a:moveTo>
                <a:cubicBezTo>
                  <a:pt x="8005" y="5609"/>
                  <a:pt x="7247" y="5842"/>
                  <a:pt x="6528" y="5733"/>
                </a:cubicBezTo>
                <a:cubicBezTo>
                  <a:pt x="5829" y="5625"/>
                  <a:pt x="5091" y="5563"/>
                  <a:pt x="4352" y="5563"/>
                </a:cubicBezTo>
                <a:cubicBezTo>
                  <a:pt x="2815" y="5563"/>
                  <a:pt x="1338" y="5811"/>
                  <a:pt x="0" y="6244"/>
                </a:cubicBezTo>
                <a:lnTo>
                  <a:pt x="0" y="21538"/>
                </a:lnTo>
                <a:lnTo>
                  <a:pt x="2915" y="21538"/>
                </a:lnTo>
                <a:lnTo>
                  <a:pt x="9882" y="21538"/>
                </a:lnTo>
                <a:cubicBezTo>
                  <a:pt x="9902" y="21554"/>
                  <a:pt x="9942" y="21585"/>
                  <a:pt x="9962" y="21600"/>
                </a:cubicBezTo>
                <a:cubicBezTo>
                  <a:pt x="10021" y="21584"/>
                  <a:pt x="10061" y="21554"/>
                  <a:pt x="10121" y="21538"/>
                </a:cubicBezTo>
                <a:lnTo>
                  <a:pt x="21600" y="21538"/>
                </a:lnTo>
                <a:lnTo>
                  <a:pt x="21600" y="0"/>
                </a:lnTo>
                <a:cubicBezTo>
                  <a:pt x="16210" y="16"/>
                  <a:pt x="11439" y="2030"/>
                  <a:pt x="8444" y="5144"/>
                </a:cubicBezTo>
                <a:close/>
              </a:path>
            </a:pathLst>
          </a:custGeom>
          <a:solidFill>
            <a:schemeClr val="accent3"/>
          </a:solidFill>
          <a:ln w="12700">
            <a:miter lim="400000"/>
          </a:ln>
        </p:spPr>
        <p:txBody>
          <a:bodyPr lIns="28575" tIns="28575" rIns="28575" bIns="28575" anchor="ctr"/>
          <a:lstStyle/>
          <a:p>
            <a:pPr>
              <a:defRPr sz="3000">
                <a:solidFill>
                  <a:srgbClr val="FFFFFF"/>
                </a:solidFill>
              </a:defRPr>
            </a:pPr>
            <a:endParaRPr sz="2800"/>
          </a:p>
        </p:txBody>
      </p:sp>
      <p:sp>
        <p:nvSpPr>
          <p:cNvPr id="114" name="TextBox 113">
            <a:extLst>
              <a:ext uri="{FF2B5EF4-FFF2-40B4-BE49-F238E27FC236}">
                <a16:creationId xmlns:a16="http://schemas.microsoft.com/office/drawing/2014/main" id="{1B182637-1AFC-DA53-FF6C-529C4673F913}"/>
              </a:ext>
            </a:extLst>
          </p:cNvPr>
          <p:cNvSpPr txBox="1"/>
          <p:nvPr/>
        </p:nvSpPr>
        <p:spPr>
          <a:xfrm>
            <a:off x="2700492" y="4726644"/>
            <a:ext cx="1488385" cy="861774"/>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000" noProof="1">
                <a:solidFill>
                  <a:schemeClr val="bg2"/>
                </a:solidFill>
              </a:rPr>
              <a:t>Structured mock skill dataset</a:t>
            </a:r>
          </a:p>
          <a:p>
            <a:pPr marL="171450" indent="-171450">
              <a:buFont typeface="Arial" panose="020B0604020202020204" pitchFamily="34" charset="0"/>
              <a:buChar char="•"/>
            </a:pPr>
            <a:r>
              <a:rPr lang="en-US" sz="1000" noProof="1">
                <a:solidFill>
                  <a:schemeClr val="bg2"/>
                </a:solidFill>
              </a:rPr>
              <a:t>Roles, skills &amp; proficiency levels</a:t>
            </a:r>
          </a:p>
          <a:p>
            <a:pPr marL="171450" indent="-171450">
              <a:buFont typeface="Arial" panose="020B0604020202020204" pitchFamily="34" charset="0"/>
              <a:buChar char="•"/>
            </a:pPr>
            <a:r>
              <a:rPr lang="en-US" sz="1000" noProof="1">
                <a:solidFill>
                  <a:schemeClr val="bg2"/>
                </a:solidFill>
              </a:rPr>
              <a:t>Readiness &amp; gap logic</a:t>
            </a:r>
          </a:p>
        </p:txBody>
      </p:sp>
      <p:sp>
        <p:nvSpPr>
          <p:cNvPr id="117" name="TextBox 116">
            <a:extLst>
              <a:ext uri="{FF2B5EF4-FFF2-40B4-BE49-F238E27FC236}">
                <a16:creationId xmlns:a16="http://schemas.microsoft.com/office/drawing/2014/main" id="{49076638-8C56-FC6C-DC63-545966EC7C15}"/>
              </a:ext>
            </a:extLst>
          </p:cNvPr>
          <p:cNvSpPr txBox="1"/>
          <p:nvPr/>
        </p:nvSpPr>
        <p:spPr>
          <a:xfrm>
            <a:off x="4399598" y="4726644"/>
            <a:ext cx="1696402" cy="861774"/>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000" noProof="1">
                <a:solidFill>
                  <a:schemeClr val="bg2"/>
                </a:solidFill>
              </a:rPr>
              <a:t>ChatGPT, Claude, Copilot</a:t>
            </a:r>
          </a:p>
          <a:p>
            <a:pPr marL="171450" indent="-171450">
              <a:buFont typeface="Arial" panose="020B0604020202020204" pitchFamily="34" charset="0"/>
              <a:buChar char="•"/>
            </a:pPr>
            <a:r>
              <a:rPr lang="en-US" sz="1000" noProof="1">
                <a:solidFill>
                  <a:schemeClr val="bg2"/>
                </a:solidFill>
              </a:rPr>
              <a:t>Gap explanation &amp; guidance</a:t>
            </a:r>
          </a:p>
          <a:p>
            <a:pPr marL="171450" indent="-171450">
              <a:buFont typeface="Arial" panose="020B0604020202020204" pitchFamily="34" charset="0"/>
              <a:buChar char="•"/>
            </a:pPr>
            <a:r>
              <a:rPr lang="en-US" sz="1000" noProof="1">
                <a:solidFill>
                  <a:schemeClr val="bg2"/>
                </a:solidFill>
              </a:rPr>
              <a:t>Learning recommendations</a:t>
            </a:r>
          </a:p>
        </p:txBody>
      </p:sp>
      <p:sp>
        <p:nvSpPr>
          <p:cNvPr id="120" name="TextBox 119">
            <a:extLst>
              <a:ext uri="{FF2B5EF4-FFF2-40B4-BE49-F238E27FC236}">
                <a16:creationId xmlns:a16="http://schemas.microsoft.com/office/drawing/2014/main" id="{F0FDBA3C-1405-9FCA-A22C-EBE773265E09}"/>
              </a:ext>
            </a:extLst>
          </p:cNvPr>
          <p:cNvSpPr txBox="1"/>
          <p:nvPr/>
        </p:nvSpPr>
        <p:spPr>
          <a:xfrm>
            <a:off x="6168008" y="4726644"/>
            <a:ext cx="1563934" cy="900246"/>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050" noProof="1">
                <a:solidFill>
                  <a:schemeClr val="bg2"/>
                </a:solidFill>
              </a:rPr>
              <a:t>Make.com automation</a:t>
            </a:r>
          </a:p>
          <a:p>
            <a:pPr marL="171450" indent="-171450">
              <a:buFont typeface="Arial" panose="020B0604020202020204" pitchFamily="34" charset="0"/>
              <a:buChar char="•"/>
            </a:pPr>
            <a:r>
              <a:rPr lang="en-US" sz="1050" noProof="1">
                <a:solidFill>
                  <a:schemeClr val="bg2"/>
                </a:solidFill>
              </a:rPr>
              <a:t>Intent routing &amp; logic flow</a:t>
            </a:r>
          </a:p>
          <a:p>
            <a:pPr marL="171450" indent="-171450">
              <a:buFont typeface="Arial" panose="020B0604020202020204" pitchFamily="34" charset="0"/>
              <a:buChar char="•"/>
            </a:pPr>
            <a:r>
              <a:rPr lang="en-US" sz="1050" noProof="1">
                <a:solidFill>
                  <a:schemeClr val="bg2"/>
                </a:solidFill>
              </a:rPr>
              <a:t>Groq LLM for api key integration</a:t>
            </a:r>
          </a:p>
        </p:txBody>
      </p:sp>
      <p:sp>
        <p:nvSpPr>
          <p:cNvPr id="123" name="TextBox 122">
            <a:extLst>
              <a:ext uri="{FF2B5EF4-FFF2-40B4-BE49-F238E27FC236}">
                <a16:creationId xmlns:a16="http://schemas.microsoft.com/office/drawing/2014/main" id="{5EAFBC90-A5FC-F619-1EC2-21C2A2A96DEF}"/>
              </a:ext>
            </a:extLst>
          </p:cNvPr>
          <p:cNvSpPr txBox="1"/>
          <p:nvPr/>
        </p:nvSpPr>
        <p:spPr>
          <a:xfrm>
            <a:off x="8003125" y="4726644"/>
            <a:ext cx="1261228" cy="900246"/>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050" noProof="1">
                <a:solidFill>
                  <a:schemeClr val="bg2"/>
                </a:solidFill>
              </a:rPr>
              <a:t>Ascendra HTML UI</a:t>
            </a:r>
          </a:p>
          <a:p>
            <a:pPr marL="171450" indent="-171450">
              <a:buFont typeface="Arial" panose="020B0604020202020204" pitchFamily="34" charset="0"/>
              <a:buChar char="•"/>
            </a:pPr>
            <a:r>
              <a:rPr lang="en-US" sz="1050" noProof="1">
                <a:solidFill>
                  <a:schemeClr val="bg2"/>
                </a:solidFill>
              </a:rPr>
              <a:t>Chat and dashboards guide</a:t>
            </a:r>
          </a:p>
          <a:p>
            <a:pPr marL="171450" indent="-171450">
              <a:buFont typeface="Arial" panose="020B0604020202020204" pitchFamily="34" charset="0"/>
              <a:buChar char="•"/>
            </a:pPr>
            <a:r>
              <a:rPr lang="en-US" sz="1050" noProof="1">
                <a:solidFill>
                  <a:schemeClr val="bg2"/>
                </a:solidFill>
              </a:rPr>
              <a:t>Manager view</a:t>
            </a:r>
          </a:p>
        </p:txBody>
      </p:sp>
      <p:sp>
        <p:nvSpPr>
          <p:cNvPr id="128" name="TextBox 127">
            <a:extLst>
              <a:ext uri="{FF2B5EF4-FFF2-40B4-BE49-F238E27FC236}">
                <a16:creationId xmlns:a16="http://schemas.microsoft.com/office/drawing/2014/main" id="{23C54A61-7EE1-1E9E-61C9-4EDB8A42AEC8}"/>
              </a:ext>
            </a:extLst>
          </p:cNvPr>
          <p:cNvSpPr txBox="1"/>
          <p:nvPr/>
        </p:nvSpPr>
        <p:spPr>
          <a:xfrm>
            <a:off x="1386635" y="2996138"/>
            <a:ext cx="490484" cy="473001"/>
          </a:xfrm>
          <a:prstGeom prst="rect">
            <a:avLst/>
          </a:prstGeom>
          <a:noFill/>
        </p:spPr>
        <p:txBody>
          <a:bodyPr wrap="none" rtlCol="0">
            <a:spAutoFit/>
          </a:bodyPr>
          <a:lstStyle/>
          <a:p>
            <a:pPr algn="ctr"/>
            <a:r>
              <a:rPr lang="fr-FR" b="1" dirty="0">
                <a:solidFill>
                  <a:schemeClr val="bg1"/>
                </a:solidFill>
              </a:rPr>
              <a:t>01</a:t>
            </a:r>
          </a:p>
        </p:txBody>
      </p:sp>
      <p:sp>
        <p:nvSpPr>
          <p:cNvPr id="129" name="TextBox 128">
            <a:extLst>
              <a:ext uri="{FF2B5EF4-FFF2-40B4-BE49-F238E27FC236}">
                <a16:creationId xmlns:a16="http://schemas.microsoft.com/office/drawing/2014/main" id="{84059B52-DC56-87FB-A3B2-A3B08BEF1244}"/>
              </a:ext>
            </a:extLst>
          </p:cNvPr>
          <p:cNvSpPr txBox="1"/>
          <p:nvPr/>
        </p:nvSpPr>
        <p:spPr>
          <a:xfrm>
            <a:off x="6407234" y="1645011"/>
            <a:ext cx="490484" cy="473001"/>
          </a:xfrm>
          <a:prstGeom prst="rect">
            <a:avLst/>
          </a:prstGeom>
          <a:noFill/>
        </p:spPr>
        <p:txBody>
          <a:bodyPr wrap="none" rtlCol="0">
            <a:spAutoFit/>
          </a:bodyPr>
          <a:lstStyle/>
          <a:p>
            <a:pPr algn="ctr"/>
            <a:r>
              <a:rPr lang="fr-FR" b="1" dirty="0">
                <a:solidFill>
                  <a:schemeClr val="bg1"/>
                </a:solidFill>
              </a:rPr>
              <a:t>03</a:t>
            </a:r>
          </a:p>
        </p:txBody>
      </p:sp>
      <p:sp>
        <p:nvSpPr>
          <p:cNvPr id="130" name="TextBox 129">
            <a:extLst>
              <a:ext uri="{FF2B5EF4-FFF2-40B4-BE49-F238E27FC236}">
                <a16:creationId xmlns:a16="http://schemas.microsoft.com/office/drawing/2014/main" id="{878643B1-6F5E-0E8E-12D1-0F34302ED5EE}"/>
              </a:ext>
            </a:extLst>
          </p:cNvPr>
          <p:cNvSpPr txBox="1"/>
          <p:nvPr/>
        </p:nvSpPr>
        <p:spPr>
          <a:xfrm>
            <a:off x="10262191" y="3161929"/>
            <a:ext cx="490484" cy="473001"/>
          </a:xfrm>
          <a:prstGeom prst="rect">
            <a:avLst/>
          </a:prstGeom>
          <a:noFill/>
        </p:spPr>
        <p:txBody>
          <a:bodyPr wrap="none" rtlCol="0">
            <a:spAutoFit/>
          </a:bodyPr>
          <a:lstStyle/>
          <a:p>
            <a:pPr algn="ctr"/>
            <a:r>
              <a:rPr lang="fr-FR" b="1" dirty="0">
                <a:solidFill>
                  <a:schemeClr val="bg1"/>
                </a:solidFill>
              </a:rPr>
              <a:t>04</a:t>
            </a:r>
          </a:p>
        </p:txBody>
      </p:sp>
      <p:sp>
        <p:nvSpPr>
          <p:cNvPr id="131" name="TextBox 130">
            <a:extLst>
              <a:ext uri="{FF2B5EF4-FFF2-40B4-BE49-F238E27FC236}">
                <a16:creationId xmlns:a16="http://schemas.microsoft.com/office/drawing/2014/main" id="{9E6A4DEF-AB61-6D55-7D29-675E09379342}"/>
              </a:ext>
            </a:extLst>
          </p:cNvPr>
          <p:cNvSpPr txBox="1"/>
          <p:nvPr/>
        </p:nvSpPr>
        <p:spPr>
          <a:xfrm>
            <a:off x="4476039" y="3885620"/>
            <a:ext cx="1416349" cy="744054"/>
          </a:xfrm>
          <a:prstGeom prst="rect">
            <a:avLst/>
          </a:prstGeom>
          <a:noFill/>
        </p:spPr>
        <p:txBody>
          <a:bodyPr wrap="square" lIns="0" rIns="0" rtlCol="0" anchor="b">
            <a:spAutoFit/>
          </a:bodyPr>
          <a:lstStyle/>
          <a:p>
            <a:pPr algn="ctr"/>
            <a:r>
              <a:rPr lang="en-US" b="1" noProof="1"/>
              <a:t>GenAI Reasoning</a:t>
            </a:r>
          </a:p>
        </p:txBody>
      </p:sp>
      <p:sp>
        <p:nvSpPr>
          <p:cNvPr id="132" name="TextBox 131">
            <a:extLst>
              <a:ext uri="{FF2B5EF4-FFF2-40B4-BE49-F238E27FC236}">
                <a16:creationId xmlns:a16="http://schemas.microsoft.com/office/drawing/2014/main" id="{75AA5771-8636-AF92-327D-D18127D0A3DF}"/>
              </a:ext>
            </a:extLst>
          </p:cNvPr>
          <p:cNvSpPr txBox="1"/>
          <p:nvPr/>
        </p:nvSpPr>
        <p:spPr>
          <a:xfrm>
            <a:off x="6259962" y="3885620"/>
            <a:ext cx="1416349" cy="744054"/>
          </a:xfrm>
          <a:prstGeom prst="rect">
            <a:avLst/>
          </a:prstGeom>
          <a:noFill/>
        </p:spPr>
        <p:txBody>
          <a:bodyPr wrap="square" lIns="0" rIns="0" rtlCol="0" anchor="b">
            <a:spAutoFit/>
          </a:bodyPr>
          <a:lstStyle/>
          <a:p>
            <a:pPr algn="ctr"/>
            <a:r>
              <a:rPr lang="en-US" b="1" noProof="1"/>
              <a:t>Workflow</a:t>
            </a:r>
          </a:p>
          <a:p>
            <a:pPr algn="ctr"/>
            <a:r>
              <a:rPr lang="en-US" b="1" noProof="1"/>
              <a:t>Engine </a:t>
            </a:r>
          </a:p>
        </p:txBody>
      </p:sp>
      <p:sp>
        <p:nvSpPr>
          <p:cNvPr id="133" name="TextBox 132">
            <a:extLst>
              <a:ext uri="{FF2B5EF4-FFF2-40B4-BE49-F238E27FC236}">
                <a16:creationId xmlns:a16="http://schemas.microsoft.com/office/drawing/2014/main" id="{8F912A82-6A3F-5B07-88CC-B85C18A9F9D5}"/>
              </a:ext>
            </a:extLst>
          </p:cNvPr>
          <p:cNvSpPr txBox="1"/>
          <p:nvPr/>
        </p:nvSpPr>
        <p:spPr>
          <a:xfrm>
            <a:off x="7990005" y="4204501"/>
            <a:ext cx="1377954" cy="425174"/>
          </a:xfrm>
          <a:prstGeom prst="rect">
            <a:avLst/>
          </a:prstGeom>
          <a:noFill/>
        </p:spPr>
        <p:txBody>
          <a:bodyPr wrap="square" lIns="0" rIns="0" rtlCol="0" anchor="b">
            <a:spAutoFit/>
          </a:bodyPr>
          <a:lstStyle/>
          <a:p>
            <a:pPr algn="ctr"/>
            <a:r>
              <a:rPr lang="en-US" b="1" noProof="1"/>
              <a:t>Interface </a:t>
            </a:r>
          </a:p>
        </p:txBody>
      </p:sp>
      <p:sp>
        <p:nvSpPr>
          <p:cNvPr id="134" name="TextBox 133">
            <a:extLst>
              <a:ext uri="{FF2B5EF4-FFF2-40B4-BE49-F238E27FC236}">
                <a16:creationId xmlns:a16="http://schemas.microsoft.com/office/drawing/2014/main" id="{E6A4F3E8-AF58-0971-1C1F-0903DF8BCD68}"/>
              </a:ext>
            </a:extLst>
          </p:cNvPr>
          <p:cNvSpPr txBox="1"/>
          <p:nvPr/>
        </p:nvSpPr>
        <p:spPr>
          <a:xfrm>
            <a:off x="3173539" y="3885620"/>
            <a:ext cx="1111778" cy="744054"/>
          </a:xfrm>
          <a:prstGeom prst="rect">
            <a:avLst/>
          </a:prstGeom>
          <a:noFill/>
        </p:spPr>
        <p:txBody>
          <a:bodyPr wrap="square" lIns="0" rIns="0" rtlCol="0" anchor="b">
            <a:spAutoFit/>
          </a:bodyPr>
          <a:lstStyle/>
          <a:p>
            <a:pPr algn="ctr"/>
            <a:r>
              <a:rPr lang="en-US" b="1" noProof="1">
                <a:solidFill>
                  <a:schemeClr val="bg1"/>
                </a:solidFill>
              </a:rPr>
              <a:t>Data Layer</a:t>
            </a:r>
          </a:p>
        </p:txBody>
      </p:sp>
      <p:sp>
        <p:nvSpPr>
          <p:cNvPr id="135" name="TextBox 134">
            <a:extLst>
              <a:ext uri="{FF2B5EF4-FFF2-40B4-BE49-F238E27FC236}">
                <a16:creationId xmlns:a16="http://schemas.microsoft.com/office/drawing/2014/main" id="{68A50083-A930-3BD1-854C-54517FC1A2BC}"/>
              </a:ext>
            </a:extLst>
          </p:cNvPr>
          <p:cNvSpPr txBox="1"/>
          <p:nvPr/>
        </p:nvSpPr>
        <p:spPr>
          <a:xfrm>
            <a:off x="4592693" y="1728337"/>
            <a:ext cx="490484" cy="473001"/>
          </a:xfrm>
          <a:prstGeom prst="rect">
            <a:avLst/>
          </a:prstGeom>
          <a:noFill/>
        </p:spPr>
        <p:txBody>
          <a:bodyPr wrap="none" rtlCol="0">
            <a:spAutoFit/>
          </a:bodyPr>
          <a:lstStyle>
            <a:defPPr>
              <a:defRPr lang="en-US"/>
            </a:defPPr>
            <a:lvl1pPr algn="ctr">
              <a:defRPr sz="2000" b="1">
                <a:solidFill>
                  <a:schemeClr val="tx2"/>
                </a:solidFill>
              </a:defRPr>
            </a:lvl1pPr>
          </a:lstStyle>
          <a:p>
            <a:r>
              <a:rPr lang="fr-FR" sz="1800" dirty="0">
                <a:solidFill>
                  <a:schemeClr val="bg1"/>
                </a:solidFill>
              </a:rPr>
              <a:t>02</a:t>
            </a:r>
          </a:p>
        </p:txBody>
      </p:sp>
      <p:sp>
        <p:nvSpPr>
          <p:cNvPr id="144" name="AutoShape 2" descr="Google Sheets Green Symbol Document Spreadsheet Free PNG - PNGate">
            <a:extLst>
              <a:ext uri="{FF2B5EF4-FFF2-40B4-BE49-F238E27FC236}">
                <a16:creationId xmlns:a16="http://schemas.microsoft.com/office/drawing/2014/main" id="{B53641E2-616E-60E0-5C7D-1B6C4774ED39}"/>
              </a:ext>
            </a:extLst>
          </p:cNvPr>
          <p:cNvSpPr>
            <a:spLocks noChangeAspect="1" noChangeArrowheads="1"/>
          </p:cNvSpPr>
          <p:nvPr/>
        </p:nvSpPr>
        <p:spPr bwMode="auto">
          <a:xfrm>
            <a:off x="6479542" y="3556458"/>
            <a:ext cx="348164" cy="3508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7" name="Picture 146">
            <a:extLst>
              <a:ext uri="{FF2B5EF4-FFF2-40B4-BE49-F238E27FC236}">
                <a16:creationId xmlns:a16="http://schemas.microsoft.com/office/drawing/2014/main" id="{83BC3C06-2169-5467-E87A-5FA43FEDCBCF}"/>
              </a:ext>
            </a:extLst>
          </p:cNvPr>
          <p:cNvPicPr>
            <a:picLocks noChangeAspect="1"/>
          </p:cNvPicPr>
          <p:nvPr/>
        </p:nvPicPr>
        <p:blipFill>
          <a:blip r:embed="rId2"/>
          <a:stretch>
            <a:fillRect/>
          </a:stretch>
        </p:blipFill>
        <p:spPr>
          <a:xfrm>
            <a:off x="3206065" y="5746708"/>
            <a:ext cx="566522" cy="574165"/>
          </a:xfrm>
          <a:prstGeom prst="rect">
            <a:avLst/>
          </a:prstGeom>
        </p:spPr>
      </p:pic>
      <p:sp>
        <p:nvSpPr>
          <p:cNvPr id="151" name="Rectangle: Rounded Corners 150">
            <a:extLst>
              <a:ext uri="{FF2B5EF4-FFF2-40B4-BE49-F238E27FC236}">
                <a16:creationId xmlns:a16="http://schemas.microsoft.com/office/drawing/2014/main" id="{1E2CB1FF-7702-9EB1-5007-64624301A7BD}"/>
              </a:ext>
            </a:extLst>
          </p:cNvPr>
          <p:cNvSpPr/>
          <p:nvPr/>
        </p:nvSpPr>
        <p:spPr>
          <a:xfrm>
            <a:off x="4523793" y="5763004"/>
            <a:ext cx="628284" cy="544331"/>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52" name="Rectangle: Rounded Corners 151">
            <a:extLst>
              <a:ext uri="{FF2B5EF4-FFF2-40B4-BE49-F238E27FC236}">
                <a16:creationId xmlns:a16="http://schemas.microsoft.com/office/drawing/2014/main" id="{41B50082-0227-6225-4998-4533424AB096}"/>
              </a:ext>
            </a:extLst>
          </p:cNvPr>
          <p:cNvSpPr/>
          <p:nvPr/>
        </p:nvSpPr>
        <p:spPr>
          <a:xfrm>
            <a:off x="5264104" y="5763004"/>
            <a:ext cx="628284" cy="544331"/>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53" name="Rectangle: Rounded Corners 152">
            <a:extLst>
              <a:ext uri="{FF2B5EF4-FFF2-40B4-BE49-F238E27FC236}">
                <a16:creationId xmlns:a16="http://schemas.microsoft.com/office/drawing/2014/main" id="{57AF1F2F-E376-C774-B85B-297BEBE0EE65}"/>
              </a:ext>
            </a:extLst>
          </p:cNvPr>
          <p:cNvSpPr/>
          <p:nvPr/>
        </p:nvSpPr>
        <p:spPr>
          <a:xfrm>
            <a:off x="6269434" y="5777661"/>
            <a:ext cx="628284" cy="544331"/>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54" name="Rectangle: Rounded Corners 153">
            <a:extLst>
              <a:ext uri="{FF2B5EF4-FFF2-40B4-BE49-F238E27FC236}">
                <a16:creationId xmlns:a16="http://schemas.microsoft.com/office/drawing/2014/main" id="{DAD3958F-CEE1-B389-D6C3-227CC38A66A2}"/>
              </a:ext>
            </a:extLst>
          </p:cNvPr>
          <p:cNvSpPr/>
          <p:nvPr/>
        </p:nvSpPr>
        <p:spPr>
          <a:xfrm>
            <a:off x="6987932" y="5763003"/>
            <a:ext cx="628284" cy="544331"/>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55" name="Rectangle: Rounded Corners 154">
            <a:extLst>
              <a:ext uri="{FF2B5EF4-FFF2-40B4-BE49-F238E27FC236}">
                <a16:creationId xmlns:a16="http://schemas.microsoft.com/office/drawing/2014/main" id="{7700B05F-DCD0-8767-BC6C-284548AED7BA}"/>
              </a:ext>
            </a:extLst>
          </p:cNvPr>
          <p:cNvSpPr/>
          <p:nvPr/>
        </p:nvSpPr>
        <p:spPr>
          <a:xfrm>
            <a:off x="8368569" y="5777660"/>
            <a:ext cx="628284" cy="544331"/>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58" name="Text Placeholder 4">
            <a:extLst>
              <a:ext uri="{FF2B5EF4-FFF2-40B4-BE49-F238E27FC236}">
                <a16:creationId xmlns:a16="http://schemas.microsoft.com/office/drawing/2014/main" id="{BB0DEFB4-9991-2EBC-381C-8529C104B00B}"/>
              </a:ext>
            </a:extLst>
          </p:cNvPr>
          <p:cNvSpPr txBox="1">
            <a:spLocks/>
          </p:cNvSpPr>
          <p:nvPr/>
        </p:nvSpPr>
        <p:spPr>
          <a:xfrm>
            <a:off x="260721" y="878682"/>
            <a:ext cx="11091863" cy="24606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i="1" dirty="0">
                <a:solidFill>
                  <a:schemeClr val="accent2"/>
                </a:solidFill>
              </a:rPr>
              <a:t>How data, orchestration, and GenAI work together</a:t>
            </a:r>
          </a:p>
        </p:txBody>
      </p:sp>
      <p:pic>
        <p:nvPicPr>
          <p:cNvPr id="161" name="Picture 160">
            <a:extLst>
              <a:ext uri="{FF2B5EF4-FFF2-40B4-BE49-F238E27FC236}">
                <a16:creationId xmlns:a16="http://schemas.microsoft.com/office/drawing/2014/main" id="{DE3B7739-BE49-D65E-05F4-8A7216BEFCC0}"/>
              </a:ext>
            </a:extLst>
          </p:cNvPr>
          <p:cNvPicPr>
            <a:picLocks noChangeAspect="1"/>
          </p:cNvPicPr>
          <p:nvPr/>
        </p:nvPicPr>
        <p:blipFill>
          <a:blip r:embed="rId3"/>
          <a:stretch>
            <a:fillRect/>
          </a:stretch>
        </p:blipFill>
        <p:spPr>
          <a:xfrm>
            <a:off x="4565967" y="5806027"/>
            <a:ext cx="563099" cy="455526"/>
          </a:xfrm>
          <a:prstGeom prst="rect">
            <a:avLst/>
          </a:prstGeom>
        </p:spPr>
      </p:pic>
      <p:pic>
        <p:nvPicPr>
          <p:cNvPr id="163" name="Picture 162">
            <a:extLst>
              <a:ext uri="{FF2B5EF4-FFF2-40B4-BE49-F238E27FC236}">
                <a16:creationId xmlns:a16="http://schemas.microsoft.com/office/drawing/2014/main" id="{A7BFC9FF-3DF3-6A00-D4FA-03010C1E8B2C}"/>
              </a:ext>
            </a:extLst>
          </p:cNvPr>
          <p:cNvPicPr>
            <a:picLocks noChangeAspect="1"/>
          </p:cNvPicPr>
          <p:nvPr/>
        </p:nvPicPr>
        <p:blipFill>
          <a:blip r:embed="rId4"/>
          <a:stretch>
            <a:fillRect/>
          </a:stretch>
        </p:blipFill>
        <p:spPr>
          <a:xfrm>
            <a:off x="5295160" y="5761095"/>
            <a:ext cx="566522" cy="548149"/>
          </a:xfrm>
          <a:prstGeom prst="rect">
            <a:avLst/>
          </a:prstGeom>
        </p:spPr>
      </p:pic>
      <p:pic>
        <p:nvPicPr>
          <p:cNvPr id="165" name="Picture 164">
            <a:extLst>
              <a:ext uri="{FF2B5EF4-FFF2-40B4-BE49-F238E27FC236}">
                <a16:creationId xmlns:a16="http://schemas.microsoft.com/office/drawing/2014/main" id="{2E076F0F-46F2-7E89-2E91-C34A278CCB41}"/>
              </a:ext>
            </a:extLst>
          </p:cNvPr>
          <p:cNvPicPr>
            <a:picLocks noChangeAspect="1"/>
          </p:cNvPicPr>
          <p:nvPr/>
        </p:nvPicPr>
        <p:blipFill>
          <a:blip r:embed="rId5"/>
          <a:stretch>
            <a:fillRect/>
          </a:stretch>
        </p:blipFill>
        <p:spPr>
          <a:xfrm>
            <a:off x="6278269" y="5751270"/>
            <a:ext cx="645509" cy="630058"/>
          </a:xfrm>
          <a:prstGeom prst="rect">
            <a:avLst/>
          </a:prstGeom>
        </p:spPr>
      </p:pic>
      <p:pic>
        <p:nvPicPr>
          <p:cNvPr id="167" name="Picture 166">
            <a:extLst>
              <a:ext uri="{FF2B5EF4-FFF2-40B4-BE49-F238E27FC236}">
                <a16:creationId xmlns:a16="http://schemas.microsoft.com/office/drawing/2014/main" id="{7E68A846-5E58-AC2D-2A05-A0F8AE4D3822}"/>
              </a:ext>
            </a:extLst>
          </p:cNvPr>
          <p:cNvPicPr>
            <a:picLocks noChangeAspect="1"/>
          </p:cNvPicPr>
          <p:nvPr/>
        </p:nvPicPr>
        <p:blipFill>
          <a:blip r:embed="rId6"/>
          <a:stretch>
            <a:fillRect/>
          </a:stretch>
        </p:blipFill>
        <p:spPr>
          <a:xfrm>
            <a:off x="7009745" y="5891638"/>
            <a:ext cx="565626" cy="211278"/>
          </a:xfrm>
          <a:prstGeom prst="rect">
            <a:avLst/>
          </a:prstGeom>
        </p:spPr>
      </p:pic>
      <p:pic>
        <p:nvPicPr>
          <p:cNvPr id="169" name="Picture 168">
            <a:extLst>
              <a:ext uri="{FF2B5EF4-FFF2-40B4-BE49-F238E27FC236}">
                <a16:creationId xmlns:a16="http://schemas.microsoft.com/office/drawing/2014/main" id="{46C217FE-0CC1-7733-CDF4-EB21F5B6F856}"/>
              </a:ext>
            </a:extLst>
          </p:cNvPr>
          <p:cNvPicPr>
            <a:picLocks noChangeAspect="1"/>
          </p:cNvPicPr>
          <p:nvPr/>
        </p:nvPicPr>
        <p:blipFill>
          <a:blip r:embed="rId7"/>
          <a:stretch>
            <a:fillRect/>
          </a:stretch>
        </p:blipFill>
        <p:spPr>
          <a:xfrm>
            <a:off x="8427672" y="5808953"/>
            <a:ext cx="502620" cy="481744"/>
          </a:xfrm>
          <a:prstGeom prst="rect">
            <a:avLst/>
          </a:prstGeom>
        </p:spPr>
      </p:pic>
      <p:pic>
        <p:nvPicPr>
          <p:cNvPr id="175" name="Graphic 174" descr="Database with solid fill">
            <a:extLst>
              <a:ext uri="{FF2B5EF4-FFF2-40B4-BE49-F238E27FC236}">
                <a16:creationId xmlns:a16="http://schemas.microsoft.com/office/drawing/2014/main" id="{4357B8F4-9D91-7637-FFA9-53728FF67F5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89818" y="2766600"/>
            <a:ext cx="544964" cy="544964"/>
          </a:xfrm>
          <a:prstGeom prst="rect">
            <a:avLst/>
          </a:prstGeom>
        </p:spPr>
      </p:pic>
      <p:pic>
        <p:nvPicPr>
          <p:cNvPr id="177" name="Graphic 176" descr="Head with gears with solid fill">
            <a:extLst>
              <a:ext uri="{FF2B5EF4-FFF2-40B4-BE49-F238E27FC236}">
                <a16:creationId xmlns:a16="http://schemas.microsoft.com/office/drawing/2014/main" id="{384098EC-0AD5-FECE-1525-7C3C96E2171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719736" y="1549149"/>
            <a:ext cx="583707" cy="583707"/>
          </a:xfrm>
          <a:prstGeom prst="rect">
            <a:avLst/>
          </a:prstGeom>
        </p:spPr>
      </p:pic>
      <p:pic>
        <p:nvPicPr>
          <p:cNvPr id="183" name="Graphic 182" descr="Laptop with solid fill">
            <a:extLst>
              <a:ext uri="{FF2B5EF4-FFF2-40B4-BE49-F238E27FC236}">
                <a16:creationId xmlns:a16="http://schemas.microsoft.com/office/drawing/2014/main" id="{F421665A-6294-BFB5-5C18-33545B713F6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408368" y="2924944"/>
            <a:ext cx="625536" cy="625536"/>
          </a:xfrm>
          <a:prstGeom prst="rect">
            <a:avLst/>
          </a:prstGeom>
        </p:spPr>
      </p:pic>
      <p:pic>
        <p:nvPicPr>
          <p:cNvPr id="185" name="Graphic 184" descr="Workflow with solid fill">
            <a:extLst>
              <a:ext uri="{FF2B5EF4-FFF2-40B4-BE49-F238E27FC236}">
                <a16:creationId xmlns:a16="http://schemas.microsoft.com/office/drawing/2014/main" id="{0CDA4B27-DE54-D954-DB20-8922E3A1FD9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163048" y="1423747"/>
            <a:ext cx="658166" cy="658166"/>
          </a:xfrm>
          <a:prstGeom prst="rect">
            <a:avLst/>
          </a:prstGeom>
        </p:spPr>
      </p:pic>
    </p:spTree>
    <p:extLst>
      <p:ext uri="{BB962C8B-B14F-4D97-AF65-F5344CB8AC3E}">
        <p14:creationId xmlns:p14="http://schemas.microsoft.com/office/powerpoint/2010/main" val="12529957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1CFE4-A97E-0369-907F-26890BD499A6}"/>
            </a:ext>
          </a:extLst>
        </p:cNvPr>
        <p:cNvGrpSpPr/>
        <p:nvPr/>
      </p:nvGrpSpPr>
      <p:grpSpPr>
        <a:xfrm>
          <a:off x="0" y="0"/>
          <a:ext cx="0" cy="0"/>
          <a:chOff x="0" y="0"/>
          <a:chExt cx="0" cy="0"/>
        </a:xfrm>
      </p:grpSpPr>
      <p:cxnSp>
        <p:nvCxnSpPr>
          <p:cNvPr id="50" name="Straight Connector 49">
            <a:extLst>
              <a:ext uri="{FF2B5EF4-FFF2-40B4-BE49-F238E27FC236}">
                <a16:creationId xmlns:a16="http://schemas.microsoft.com/office/drawing/2014/main" id="{5A1C2576-DDE6-8705-D934-4240081FD47E}"/>
              </a:ext>
            </a:extLst>
          </p:cNvPr>
          <p:cNvCxnSpPr>
            <a:stCxn id="48" idx="1"/>
            <a:endCxn id="48" idx="3"/>
          </p:cNvCxnSpPr>
          <p:nvPr/>
        </p:nvCxnSpPr>
        <p:spPr>
          <a:xfrm>
            <a:off x="192144" y="3766993"/>
            <a:ext cx="11091863"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0" name="Graphic 19" descr="Arrow Right outline">
            <a:extLst>
              <a:ext uri="{FF2B5EF4-FFF2-40B4-BE49-F238E27FC236}">
                <a16:creationId xmlns:a16="http://schemas.microsoft.com/office/drawing/2014/main" id="{4C9E115E-93EE-B7F2-7373-D7385772EE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444820" y="2070196"/>
            <a:ext cx="1531500" cy="914400"/>
          </a:xfrm>
          <a:prstGeom prst="rect">
            <a:avLst/>
          </a:prstGeom>
        </p:spPr>
      </p:pic>
      <p:pic>
        <p:nvPicPr>
          <p:cNvPr id="19" name="Graphic 18" descr="Arrow Right outline">
            <a:extLst>
              <a:ext uri="{FF2B5EF4-FFF2-40B4-BE49-F238E27FC236}">
                <a16:creationId xmlns:a16="http://schemas.microsoft.com/office/drawing/2014/main" id="{BF2F0869-EC7B-9072-B7A0-C17C3B7014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40326" y="2083501"/>
            <a:ext cx="1644139" cy="914400"/>
          </a:xfrm>
          <a:prstGeom prst="rect">
            <a:avLst/>
          </a:prstGeom>
        </p:spPr>
      </p:pic>
      <p:sp>
        <p:nvSpPr>
          <p:cNvPr id="2" name="Date Placeholder 1">
            <a:extLst>
              <a:ext uri="{FF2B5EF4-FFF2-40B4-BE49-F238E27FC236}">
                <a16:creationId xmlns:a16="http://schemas.microsoft.com/office/drawing/2014/main" id="{F44BA1C0-0A98-5C35-4821-12F590A69866}"/>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5D60053-970F-F48B-E05C-7961B7E3A9D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11700CD-1B33-838C-AC7B-F74B39F7A290}"/>
              </a:ext>
            </a:extLst>
          </p:cNvPr>
          <p:cNvSpPr>
            <a:spLocks noGrp="1"/>
          </p:cNvSpPr>
          <p:nvPr>
            <p:ph type="sldNum" sz="quarter" idx="12"/>
          </p:nvPr>
        </p:nvSpPr>
        <p:spPr/>
        <p:txBody>
          <a:bodyPr/>
          <a:lstStyle/>
          <a:p>
            <a:pPr algn="r"/>
            <a:fld id="{5D9A5160-6218-4E5A-B9E6-B93E3DAE377C}" type="slidenum">
              <a:rPr lang="en-US" smtClean="0"/>
              <a:pPr algn="r"/>
              <a:t>19</a:t>
            </a:fld>
            <a:endParaRPr lang="en-US"/>
          </a:p>
        </p:txBody>
      </p:sp>
      <p:sp>
        <p:nvSpPr>
          <p:cNvPr id="9" name="Text Placeholder 4">
            <a:extLst>
              <a:ext uri="{FF2B5EF4-FFF2-40B4-BE49-F238E27FC236}">
                <a16:creationId xmlns:a16="http://schemas.microsoft.com/office/drawing/2014/main" id="{BFCCF5E2-70D7-49F1-851B-476B45970B5A}"/>
              </a:ext>
            </a:extLst>
          </p:cNvPr>
          <p:cNvSpPr txBox="1">
            <a:spLocks/>
          </p:cNvSpPr>
          <p:nvPr/>
        </p:nvSpPr>
        <p:spPr>
          <a:xfrm>
            <a:off x="260721" y="1238722"/>
            <a:ext cx="11091863" cy="24606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i="1" dirty="0">
                <a:solidFill>
                  <a:schemeClr val="accent2"/>
                </a:solidFill>
              </a:rPr>
              <a:t>How user questions are structured into consistent, explainable AI responses</a:t>
            </a:r>
          </a:p>
        </p:txBody>
      </p:sp>
      <p:sp>
        <p:nvSpPr>
          <p:cNvPr id="10" name="Title 5">
            <a:extLst>
              <a:ext uri="{FF2B5EF4-FFF2-40B4-BE49-F238E27FC236}">
                <a16:creationId xmlns:a16="http://schemas.microsoft.com/office/drawing/2014/main" id="{580445FF-2CCB-A20C-212B-E6FD3271E5B4}"/>
              </a:ext>
            </a:extLst>
          </p:cNvPr>
          <p:cNvSpPr txBox="1">
            <a:spLocks/>
          </p:cNvSpPr>
          <p:nvPr/>
        </p:nvSpPr>
        <p:spPr>
          <a:xfrm>
            <a:off x="260721" y="303684"/>
            <a:ext cx="11091863" cy="930275"/>
          </a:xfrm>
          <a:prstGeom prst="rect">
            <a:avLst/>
          </a:prstGeom>
        </p:spPr>
        <p:txBody>
          <a:bodyPr vert="horz" lIns="0" tIns="0" rIns="0" bIns="12600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a:lstStyle>
          <a:p>
            <a:r>
              <a:rPr lang="en-US" sz="3600" dirty="0">
                <a:solidFill>
                  <a:schemeClr val="bg2"/>
                </a:solidFill>
              </a:rPr>
              <a:t>Prompt Engineering in </a:t>
            </a:r>
            <a:r>
              <a:rPr lang="en-US" sz="3600" dirty="0" err="1">
                <a:solidFill>
                  <a:schemeClr val="bg2"/>
                </a:solidFill>
              </a:rPr>
              <a:t>Ascendra</a:t>
            </a:r>
            <a:endParaRPr lang="en-US" sz="3600" dirty="0">
              <a:solidFill>
                <a:schemeClr val="bg2"/>
              </a:solidFill>
            </a:endParaRPr>
          </a:p>
        </p:txBody>
      </p:sp>
      <p:sp>
        <p:nvSpPr>
          <p:cNvPr id="13" name="Rectangle: Rounded Corners 12">
            <a:extLst>
              <a:ext uri="{FF2B5EF4-FFF2-40B4-BE49-F238E27FC236}">
                <a16:creationId xmlns:a16="http://schemas.microsoft.com/office/drawing/2014/main" id="{1F977061-964E-28E3-DC24-3CEB4E4812FF}"/>
              </a:ext>
            </a:extLst>
          </p:cNvPr>
          <p:cNvSpPr/>
          <p:nvPr/>
        </p:nvSpPr>
        <p:spPr>
          <a:xfrm>
            <a:off x="377511" y="1791514"/>
            <a:ext cx="2520280" cy="1471765"/>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b="1" dirty="0">
              <a:solidFill>
                <a:schemeClr val="tx1"/>
              </a:solidFill>
            </a:endParaRPr>
          </a:p>
        </p:txBody>
      </p:sp>
      <p:sp>
        <p:nvSpPr>
          <p:cNvPr id="24" name="Text Placeholder 4">
            <a:extLst>
              <a:ext uri="{FF2B5EF4-FFF2-40B4-BE49-F238E27FC236}">
                <a16:creationId xmlns:a16="http://schemas.microsoft.com/office/drawing/2014/main" id="{5BA7D93E-81DA-7A68-6583-6E827A384D1A}"/>
              </a:ext>
            </a:extLst>
          </p:cNvPr>
          <p:cNvSpPr txBox="1">
            <a:spLocks/>
          </p:cNvSpPr>
          <p:nvPr/>
        </p:nvSpPr>
        <p:spPr>
          <a:xfrm>
            <a:off x="422556" y="2773646"/>
            <a:ext cx="2486569" cy="79208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spcBef>
                <a:spcPts val="0"/>
              </a:spcBef>
              <a:buFont typeface="Arial" panose="020B0604020202020204" pitchFamily="34" charset="0"/>
              <a:buChar char="•"/>
            </a:pPr>
            <a:endParaRPr lang="en-US" sz="1200" i="1" dirty="0">
              <a:solidFill>
                <a:schemeClr val="accent2"/>
              </a:solidFill>
            </a:endParaRPr>
          </a:p>
        </p:txBody>
      </p:sp>
      <p:sp>
        <p:nvSpPr>
          <p:cNvPr id="31" name="Flowchart: Decision 30">
            <a:extLst>
              <a:ext uri="{FF2B5EF4-FFF2-40B4-BE49-F238E27FC236}">
                <a16:creationId xmlns:a16="http://schemas.microsoft.com/office/drawing/2014/main" id="{1ECC4D67-3CE3-C327-9BD6-A3A2D42DB3F4}"/>
              </a:ext>
            </a:extLst>
          </p:cNvPr>
          <p:cNvSpPr/>
          <p:nvPr/>
        </p:nvSpPr>
        <p:spPr>
          <a:xfrm>
            <a:off x="623392" y="4149080"/>
            <a:ext cx="2388193" cy="2160240"/>
          </a:xfrm>
          <a:prstGeom prst="flowChartDecision">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i="1" dirty="0">
              <a:solidFill>
                <a:schemeClr val="tx1"/>
              </a:solidFill>
            </a:endParaRPr>
          </a:p>
        </p:txBody>
      </p:sp>
      <p:sp>
        <p:nvSpPr>
          <p:cNvPr id="32" name="Flowchart: Decision 31">
            <a:extLst>
              <a:ext uri="{FF2B5EF4-FFF2-40B4-BE49-F238E27FC236}">
                <a16:creationId xmlns:a16="http://schemas.microsoft.com/office/drawing/2014/main" id="{70DA5718-9E70-274D-9B90-BE81348A9DCE}"/>
              </a:ext>
            </a:extLst>
          </p:cNvPr>
          <p:cNvSpPr/>
          <p:nvPr/>
        </p:nvSpPr>
        <p:spPr>
          <a:xfrm>
            <a:off x="3452698" y="4149080"/>
            <a:ext cx="2285378" cy="2160240"/>
          </a:xfrm>
          <a:prstGeom prst="flowChartDecision">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i="1" dirty="0">
              <a:solidFill>
                <a:schemeClr val="tx1"/>
              </a:solidFill>
            </a:endParaRPr>
          </a:p>
        </p:txBody>
      </p:sp>
      <p:sp>
        <p:nvSpPr>
          <p:cNvPr id="33" name="Flowchart: Decision 32">
            <a:extLst>
              <a:ext uri="{FF2B5EF4-FFF2-40B4-BE49-F238E27FC236}">
                <a16:creationId xmlns:a16="http://schemas.microsoft.com/office/drawing/2014/main" id="{9610C91E-2D71-A9C6-8F9B-FB4E6298F6F1}"/>
              </a:ext>
            </a:extLst>
          </p:cNvPr>
          <p:cNvSpPr/>
          <p:nvPr/>
        </p:nvSpPr>
        <p:spPr>
          <a:xfrm>
            <a:off x="6189001" y="4149080"/>
            <a:ext cx="2251139" cy="2160240"/>
          </a:xfrm>
          <a:prstGeom prst="flowChartDecision">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i="1" dirty="0">
              <a:solidFill>
                <a:schemeClr val="tx1"/>
              </a:solidFill>
            </a:endParaRPr>
          </a:p>
        </p:txBody>
      </p:sp>
      <p:sp>
        <p:nvSpPr>
          <p:cNvPr id="34" name="Flowchart: Decision 33">
            <a:extLst>
              <a:ext uri="{FF2B5EF4-FFF2-40B4-BE49-F238E27FC236}">
                <a16:creationId xmlns:a16="http://schemas.microsoft.com/office/drawing/2014/main" id="{BCA2653B-5DC2-D120-714A-07FBA62072CE}"/>
              </a:ext>
            </a:extLst>
          </p:cNvPr>
          <p:cNvSpPr/>
          <p:nvPr/>
        </p:nvSpPr>
        <p:spPr>
          <a:xfrm>
            <a:off x="9089364" y="4149080"/>
            <a:ext cx="2263220" cy="2160240"/>
          </a:xfrm>
          <a:prstGeom prst="flowChartDecision">
            <a:avLst/>
          </a:prstGeom>
          <a:solidFill>
            <a:schemeClr val="accent1">
              <a:lumMod val="20000"/>
              <a:lumOff val="8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i="1" dirty="0">
              <a:solidFill>
                <a:schemeClr val="tx1"/>
              </a:solidFill>
            </a:endParaRPr>
          </a:p>
        </p:txBody>
      </p:sp>
      <p:cxnSp>
        <p:nvCxnSpPr>
          <p:cNvPr id="36" name="Straight Arrow Connector 35">
            <a:extLst>
              <a:ext uri="{FF2B5EF4-FFF2-40B4-BE49-F238E27FC236}">
                <a16:creationId xmlns:a16="http://schemas.microsoft.com/office/drawing/2014/main" id="{F7471B3B-4A7D-E7EE-7CF1-32B6176837B4}"/>
              </a:ext>
            </a:extLst>
          </p:cNvPr>
          <p:cNvCxnSpPr>
            <a:cxnSpLocks/>
            <a:stCxn id="31" idx="3"/>
            <a:endCxn id="32" idx="1"/>
          </p:cNvCxnSpPr>
          <p:nvPr/>
        </p:nvCxnSpPr>
        <p:spPr>
          <a:xfrm>
            <a:off x="3011585" y="5229200"/>
            <a:ext cx="441113"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7D1F674-8589-5264-BC50-D228D609FC9D}"/>
              </a:ext>
            </a:extLst>
          </p:cNvPr>
          <p:cNvCxnSpPr>
            <a:cxnSpLocks/>
            <a:endCxn id="33" idx="1"/>
          </p:cNvCxnSpPr>
          <p:nvPr/>
        </p:nvCxnSpPr>
        <p:spPr>
          <a:xfrm>
            <a:off x="5738076" y="5229200"/>
            <a:ext cx="450925"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176F5FF-DFD9-D768-419F-70B2D18DF552}"/>
              </a:ext>
            </a:extLst>
          </p:cNvPr>
          <p:cNvCxnSpPr>
            <a:cxnSpLocks/>
          </p:cNvCxnSpPr>
          <p:nvPr/>
        </p:nvCxnSpPr>
        <p:spPr>
          <a:xfrm>
            <a:off x="8446587" y="5229200"/>
            <a:ext cx="636852"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394418B1-7173-EC96-296F-BDF70CA4F663}"/>
              </a:ext>
            </a:extLst>
          </p:cNvPr>
          <p:cNvSpPr/>
          <p:nvPr/>
        </p:nvSpPr>
        <p:spPr>
          <a:xfrm>
            <a:off x="4284464" y="1839757"/>
            <a:ext cx="3160355" cy="1471765"/>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b="1" dirty="0">
              <a:solidFill>
                <a:schemeClr val="tx1"/>
              </a:solidFill>
            </a:endParaRPr>
          </a:p>
        </p:txBody>
      </p:sp>
      <p:sp>
        <p:nvSpPr>
          <p:cNvPr id="6" name="Rectangle: Rounded Corners 5">
            <a:extLst>
              <a:ext uri="{FF2B5EF4-FFF2-40B4-BE49-F238E27FC236}">
                <a16:creationId xmlns:a16="http://schemas.microsoft.com/office/drawing/2014/main" id="{68CF6AC0-6C09-3364-334E-CFBA9875D8CC}"/>
              </a:ext>
            </a:extLst>
          </p:cNvPr>
          <p:cNvSpPr/>
          <p:nvPr/>
        </p:nvSpPr>
        <p:spPr>
          <a:xfrm>
            <a:off x="8976320" y="1839757"/>
            <a:ext cx="2793124" cy="1471765"/>
          </a:xfrm>
          <a:prstGeom prst="round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b="1" dirty="0">
              <a:solidFill>
                <a:schemeClr val="tx1"/>
              </a:solidFill>
            </a:endParaRPr>
          </a:p>
        </p:txBody>
      </p:sp>
      <p:sp>
        <p:nvSpPr>
          <p:cNvPr id="11" name="Oval 10">
            <a:extLst>
              <a:ext uri="{FF2B5EF4-FFF2-40B4-BE49-F238E27FC236}">
                <a16:creationId xmlns:a16="http://schemas.microsoft.com/office/drawing/2014/main" id="{F903A16F-29B5-5E8C-D0EB-BEDC402AA882}"/>
              </a:ext>
            </a:extLst>
          </p:cNvPr>
          <p:cNvSpPr/>
          <p:nvPr/>
        </p:nvSpPr>
        <p:spPr>
          <a:xfrm>
            <a:off x="512375" y="2070196"/>
            <a:ext cx="831097" cy="845430"/>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8" name="Graphic 7" descr="User with solid fill">
            <a:extLst>
              <a:ext uri="{FF2B5EF4-FFF2-40B4-BE49-F238E27FC236}">
                <a16:creationId xmlns:a16="http://schemas.microsoft.com/office/drawing/2014/main" id="{54D57134-AB80-2A7F-EB75-055A7C4F31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203" y="2204462"/>
            <a:ext cx="542253" cy="542253"/>
          </a:xfrm>
          <a:prstGeom prst="rect">
            <a:avLst/>
          </a:prstGeom>
        </p:spPr>
      </p:pic>
      <p:sp>
        <p:nvSpPr>
          <p:cNvPr id="12" name="Oval 11">
            <a:extLst>
              <a:ext uri="{FF2B5EF4-FFF2-40B4-BE49-F238E27FC236}">
                <a16:creationId xmlns:a16="http://schemas.microsoft.com/office/drawing/2014/main" id="{1A256A14-7D63-B86E-A118-C64C0278C4B2}"/>
              </a:ext>
            </a:extLst>
          </p:cNvPr>
          <p:cNvSpPr/>
          <p:nvPr/>
        </p:nvSpPr>
        <p:spPr>
          <a:xfrm>
            <a:off x="4439816" y="2069786"/>
            <a:ext cx="831097" cy="845430"/>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15" name="Graphic 14" descr="Gears with solid fill">
            <a:extLst>
              <a:ext uri="{FF2B5EF4-FFF2-40B4-BE49-F238E27FC236}">
                <a16:creationId xmlns:a16="http://schemas.microsoft.com/office/drawing/2014/main" id="{6CBA174C-A5A5-EB41-DE66-6A85E3F45B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29248" y="2154661"/>
            <a:ext cx="652232" cy="652232"/>
          </a:xfrm>
          <a:prstGeom prst="rect">
            <a:avLst/>
          </a:prstGeom>
        </p:spPr>
      </p:pic>
      <p:sp>
        <p:nvSpPr>
          <p:cNvPr id="17" name="Oval 16">
            <a:extLst>
              <a:ext uri="{FF2B5EF4-FFF2-40B4-BE49-F238E27FC236}">
                <a16:creationId xmlns:a16="http://schemas.microsoft.com/office/drawing/2014/main" id="{8AF1CBB8-1132-37BF-6338-F91928F568E9}"/>
              </a:ext>
            </a:extLst>
          </p:cNvPr>
          <p:cNvSpPr/>
          <p:nvPr/>
        </p:nvSpPr>
        <p:spPr>
          <a:xfrm>
            <a:off x="9136125" y="2069786"/>
            <a:ext cx="831097" cy="845430"/>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pic>
        <p:nvPicPr>
          <p:cNvPr id="21" name="Graphic 20" descr="Upward trend with solid fill">
            <a:extLst>
              <a:ext uri="{FF2B5EF4-FFF2-40B4-BE49-F238E27FC236}">
                <a16:creationId xmlns:a16="http://schemas.microsoft.com/office/drawing/2014/main" id="{12F286D2-4BE0-29DB-11BF-4E00E34391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225199" y="2149472"/>
            <a:ext cx="652232" cy="652232"/>
          </a:xfrm>
          <a:prstGeom prst="rect">
            <a:avLst/>
          </a:prstGeom>
        </p:spPr>
      </p:pic>
      <p:sp>
        <p:nvSpPr>
          <p:cNvPr id="23" name="TextBox 22">
            <a:extLst>
              <a:ext uri="{FF2B5EF4-FFF2-40B4-BE49-F238E27FC236}">
                <a16:creationId xmlns:a16="http://schemas.microsoft.com/office/drawing/2014/main" id="{72E4B8F8-A864-1758-7336-D7F2CDFF4F3E}"/>
              </a:ext>
            </a:extLst>
          </p:cNvPr>
          <p:cNvSpPr txBox="1"/>
          <p:nvPr/>
        </p:nvSpPr>
        <p:spPr>
          <a:xfrm>
            <a:off x="1386202" y="2080978"/>
            <a:ext cx="1397430" cy="338554"/>
          </a:xfrm>
          <a:prstGeom prst="rect">
            <a:avLst/>
          </a:prstGeom>
          <a:noFill/>
        </p:spPr>
        <p:txBody>
          <a:bodyPr wrap="square">
            <a:spAutoFit/>
          </a:bodyPr>
          <a:lstStyle/>
          <a:p>
            <a:r>
              <a:rPr lang="en-US" sz="1600" b="1" dirty="0">
                <a:solidFill>
                  <a:schemeClr val="bg2"/>
                </a:solidFill>
              </a:rPr>
              <a:t>USER INPUT</a:t>
            </a:r>
          </a:p>
        </p:txBody>
      </p:sp>
      <p:sp>
        <p:nvSpPr>
          <p:cNvPr id="25" name="TextBox 24">
            <a:extLst>
              <a:ext uri="{FF2B5EF4-FFF2-40B4-BE49-F238E27FC236}">
                <a16:creationId xmlns:a16="http://schemas.microsoft.com/office/drawing/2014/main" id="{A443C9CD-9AF3-335D-FEBD-2ACCC8A30FC3}"/>
              </a:ext>
            </a:extLst>
          </p:cNvPr>
          <p:cNvSpPr txBox="1"/>
          <p:nvPr/>
        </p:nvSpPr>
        <p:spPr>
          <a:xfrm>
            <a:off x="5492176" y="2080978"/>
            <a:ext cx="1899968" cy="338554"/>
          </a:xfrm>
          <a:prstGeom prst="rect">
            <a:avLst/>
          </a:prstGeom>
          <a:noFill/>
        </p:spPr>
        <p:txBody>
          <a:bodyPr wrap="square">
            <a:spAutoFit/>
          </a:bodyPr>
          <a:lstStyle/>
          <a:p>
            <a:r>
              <a:rPr lang="en-US" sz="1600" b="1" dirty="0">
                <a:solidFill>
                  <a:schemeClr val="bg2"/>
                </a:solidFill>
              </a:rPr>
              <a:t>PROCESSING</a:t>
            </a:r>
          </a:p>
        </p:txBody>
      </p:sp>
      <p:sp>
        <p:nvSpPr>
          <p:cNvPr id="26" name="TextBox 25">
            <a:extLst>
              <a:ext uri="{FF2B5EF4-FFF2-40B4-BE49-F238E27FC236}">
                <a16:creationId xmlns:a16="http://schemas.microsoft.com/office/drawing/2014/main" id="{9CD7C65B-1BD6-2768-A2BA-2E4375729EE0}"/>
              </a:ext>
            </a:extLst>
          </p:cNvPr>
          <p:cNvSpPr txBox="1"/>
          <p:nvPr/>
        </p:nvSpPr>
        <p:spPr>
          <a:xfrm>
            <a:off x="10034943" y="2080978"/>
            <a:ext cx="1899968" cy="338554"/>
          </a:xfrm>
          <a:prstGeom prst="rect">
            <a:avLst/>
          </a:prstGeom>
          <a:noFill/>
        </p:spPr>
        <p:txBody>
          <a:bodyPr wrap="square">
            <a:spAutoFit/>
          </a:bodyPr>
          <a:lstStyle/>
          <a:p>
            <a:r>
              <a:rPr lang="en-US" sz="1600" b="1" dirty="0">
                <a:solidFill>
                  <a:schemeClr val="bg2"/>
                </a:solidFill>
              </a:rPr>
              <a:t>AI OUTPUT</a:t>
            </a:r>
          </a:p>
        </p:txBody>
      </p:sp>
      <p:sp>
        <p:nvSpPr>
          <p:cNvPr id="30" name="TextBox 29">
            <a:extLst>
              <a:ext uri="{FF2B5EF4-FFF2-40B4-BE49-F238E27FC236}">
                <a16:creationId xmlns:a16="http://schemas.microsoft.com/office/drawing/2014/main" id="{AC12BE1F-9B61-FCDD-3276-75C06EB2F419}"/>
              </a:ext>
            </a:extLst>
          </p:cNvPr>
          <p:cNvSpPr txBox="1"/>
          <p:nvPr/>
        </p:nvSpPr>
        <p:spPr>
          <a:xfrm>
            <a:off x="1333538" y="2446227"/>
            <a:ext cx="1230169" cy="461665"/>
          </a:xfrm>
          <a:prstGeom prst="rect">
            <a:avLst/>
          </a:prstGeom>
          <a:noFill/>
        </p:spPr>
        <p:txBody>
          <a:bodyPr wrap="square">
            <a:spAutoFit/>
          </a:bodyPr>
          <a:lstStyle/>
          <a:p>
            <a:pPr algn="ctr">
              <a:spcBef>
                <a:spcPts val="0"/>
              </a:spcBef>
            </a:pPr>
            <a:r>
              <a:rPr lang="en-US" sz="1200" i="1" dirty="0">
                <a:solidFill>
                  <a:schemeClr val="bg2"/>
                </a:solidFill>
              </a:rPr>
              <a:t>“What should I learn next?”</a:t>
            </a:r>
          </a:p>
        </p:txBody>
      </p:sp>
      <p:sp>
        <p:nvSpPr>
          <p:cNvPr id="35" name="TextBox 34">
            <a:extLst>
              <a:ext uri="{FF2B5EF4-FFF2-40B4-BE49-F238E27FC236}">
                <a16:creationId xmlns:a16="http://schemas.microsoft.com/office/drawing/2014/main" id="{A9711F26-1FE4-5381-8CDD-A56FD49A716C}"/>
              </a:ext>
            </a:extLst>
          </p:cNvPr>
          <p:cNvSpPr txBox="1"/>
          <p:nvPr/>
        </p:nvSpPr>
        <p:spPr>
          <a:xfrm>
            <a:off x="5272821" y="2381979"/>
            <a:ext cx="2263339" cy="830997"/>
          </a:xfrm>
          <a:prstGeom prst="rect">
            <a:avLst/>
          </a:prstGeom>
          <a:noFill/>
        </p:spPr>
        <p:txBody>
          <a:bodyPr wrap="square">
            <a:spAutoFit/>
          </a:bodyPr>
          <a:lstStyle/>
          <a:p>
            <a:pPr marL="285750" indent="-285750">
              <a:spcBef>
                <a:spcPts val="0"/>
              </a:spcBef>
              <a:buFont typeface="Arial" panose="020B0604020202020204" pitchFamily="34" charset="0"/>
              <a:buChar char="•"/>
            </a:pPr>
            <a:r>
              <a:rPr lang="en-US" sz="1200" i="1" dirty="0">
                <a:solidFill>
                  <a:schemeClr val="bg2"/>
                </a:solidFill>
              </a:rPr>
              <a:t>Intent classification</a:t>
            </a:r>
          </a:p>
          <a:p>
            <a:pPr marL="285750" indent="-285750">
              <a:spcBef>
                <a:spcPts val="0"/>
              </a:spcBef>
              <a:buFont typeface="Arial" panose="020B0604020202020204" pitchFamily="34" charset="0"/>
              <a:buChar char="•"/>
            </a:pPr>
            <a:r>
              <a:rPr lang="en-US" sz="1200" i="1" dirty="0">
                <a:solidFill>
                  <a:schemeClr val="bg2"/>
                </a:solidFill>
              </a:rPr>
              <a:t>Context injection </a:t>
            </a:r>
          </a:p>
          <a:p>
            <a:pPr marL="285750" indent="-285750">
              <a:spcBef>
                <a:spcPts val="0"/>
              </a:spcBef>
              <a:buFont typeface="Arial" panose="020B0604020202020204" pitchFamily="34" charset="0"/>
              <a:buChar char="•"/>
            </a:pPr>
            <a:r>
              <a:rPr lang="en-US" sz="1200" i="1" dirty="0">
                <a:solidFill>
                  <a:schemeClr val="bg2"/>
                </a:solidFill>
              </a:rPr>
              <a:t>Response structure enforced</a:t>
            </a:r>
          </a:p>
        </p:txBody>
      </p:sp>
      <p:sp>
        <p:nvSpPr>
          <p:cNvPr id="42" name="TextBox 41">
            <a:extLst>
              <a:ext uri="{FF2B5EF4-FFF2-40B4-BE49-F238E27FC236}">
                <a16:creationId xmlns:a16="http://schemas.microsoft.com/office/drawing/2014/main" id="{4A55CE0A-1AB8-2B1C-9F25-3B7A83C9597C}"/>
              </a:ext>
            </a:extLst>
          </p:cNvPr>
          <p:cNvSpPr txBox="1"/>
          <p:nvPr/>
        </p:nvSpPr>
        <p:spPr>
          <a:xfrm>
            <a:off x="9926539" y="2420888"/>
            <a:ext cx="1570061" cy="461665"/>
          </a:xfrm>
          <a:prstGeom prst="rect">
            <a:avLst/>
          </a:prstGeom>
          <a:noFill/>
        </p:spPr>
        <p:txBody>
          <a:bodyPr wrap="square">
            <a:spAutoFit/>
          </a:bodyPr>
          <a:lstStyle/>
          <a:p>
            <a:pPr algn="ctr">
              <a:spcBef>
                <a:spcPts val="0"/>
              </a:spcBef>
            </a:pPr>
            <a:r>
              <a:rPr lang="en-US" sz="1200" i="1" dirty="0">
                <a:solidFill>
                  <a:schemeClr val="bg2"/>
                </a:solidFill>
              </a:rPr>
              <a:t>Actionable next steps from data</a:t>
            </a:r>
          </a:p>
        </p:txBody>
      </p:sp>
      <p:sp>
        <p:nvSpPr>
          <p:cNvPr id="48" name="Text Placeholder 4">
            <a:extLst>
              <a:ext uri="{FF2B5EF4-FFF2-40B4-BE49-F238E27FC236}">
                <a16:creationId xmlns:a16="http://schemas.microsoft.com/office/drawing/2014/main" id="{4D6CC578-ACD7-13FD-1B17-4CA359F5CB71}"/>
              </a:ext>
            </a:extLst>
          </p:cNvPr>
          <p:cNvSpPr txBox="1">
            <a:spLocks/>
          </p:cNvSpPr>
          <p:nvPr/>
        </p:nvSpPr>
        <p:spPr>
          <a:xfrm>
            <a:off x="192144" y="3643962"/>
            <a:ext cx="11091863" cy="24606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600" i="1" dirty="0">
                <a:solidFill>
                  <a:schemeClr val="accent2"/>
                </a:solidFill>
                <a:highlight>
                  <a:srgbClr val="232323"/>
                </a:highlight>
              </a:rPr>
              <a:t>HOW THE PROMPT ACTUALLY WORKS IN THE BACKEND</a:t>
            </a:r>
          </a:p>
        </p:txBody>
      </p:sp>
      <p:pic>
        <p:nvPicPr>
          <p:cNvPr id="52" name="Graphic 51" descr="Office worker male with solid fill">
            <a:extLst>
              <a:ext uri="{FF2B5EF4-FFF2-40B4-BE49-F238E27FC236}">
                <a16:creationId xmlns:a16="http://schemas.microsoft.com/office/drawing/2014/main" id="{FBE04937-073A-20E1-5C61-C236F487E61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59496" y="4684739"/>
            <a:ext cx="550201" cy="550201"/>
          </a:xfrm>
          <a:prstGeom prst="rect">
            <a:avLst/>
          </a:prstGeom>
        </p:spPr>
      </p:pic>
      <p:pic>
        <p:nvPicPr>
          <p:cNvPr id="54" name="Graphic 53" descr="Magnifying glass with solid fill">
            <a:extLst>
              <a:ext uri="{FF2B5EF4-FFF2-40B4-BE49-F238E27FC236}">
                <a16:creationId xmlns:a16="http://schemas.microsoft.com/office/drawing/2014/main" id="{02BE3C93-9696-F733-22BB-CC041A0D59C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44269" y="4601036"/>
            <a:ext cx="511095" cy="511095"/>
          </a:xfrm>
          <a:prstGeom prst="rect">
            <a:avLst/>
          </a:prstGeom>
        </p:spPr>
      </p:pic>
      <p:pic>
        <p:nvPicPr>
          <p:cNvPr id="56" name="Graphic 55" descr="Priorities with solid fill">
            <a:extLst>
              <a:ext uri="{FF2B5EF4-FFF2-40B4-BE49-F238E27FC236}">
                <a16:creationId xmlns:a16="http://schemas.microsoft.com/office/drawing/2014/main" id="{136D4F0D-8AF3-54AB-5AC9-C8169E9ABD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93250" y="4579746"/>
            <a:ext cx="504056" cy="504056"/>
          </a:xfrm>
          <a:prstGeom prst="rect">
            <a:avLst/>
          </a:prstGeom>
        </p:spPr>
      </p:pic>
      <p:pic>
        <p:nvPicPr>
          <p:cNvPr id="58" name="Graphic 57" descr="Document with solid fill">
            <a:extLst>
              <a:ext uri="{FF2B5EF4-FFF2-40B4-BE49-F238E27FC236}">
                <a16:creationId xmlns:a16="http://schemas.microsoft.com/office/drawing/2014/main" id="{E9B8DCCB-F600-F9FF-4BF8-BBA9312306D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034942" y="4627984"/>
            <a:ext cx="406689" cy="406689"/>
          </a:xfrm>
          <a:prstGeom prst="rect">
            <a:avLst/>
          </a:prstGeom>
        </p:spPr>
      </p:pic>
      <p:pic>
        <p:nvPicPr>
          <p:cNvPr id="60" name="Graphic 59" descr="Badge 4 with solid fill">
            <a:extLst>
              <a:ext uri="{FF2B5EF4-FFF2-40B4-BE49-F238E27FC236}">
                <a16:creationId xmlns:a16="http://schemas.microsoft.com/office/drawing/2014/main" id="{EAF39DA3-14E2-3E74-A24F-E4E0E19645D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051272" y="4279021"/>
            <a:ext cx="294078" cy="294078"/>
          </a:xfrm>
          <a:prstGeom prst="rect">
            <a:avLst/>
          </a:prstGeom>
        </p:spPr>
      </p:pic>
      <p:pic>
        <p:nvPicPr>
          <p:cNvPr id="62" name="Graphic 61" descr="Badge 3 with solid fill">
            <a:extLst>
              <a:ext uri="{FF2B5EF4-FFF2-40B4-BE49-F238E27FC236}">
                <a16:creationId xmlns:a16="http://schemas.microsoft.com/office/drawing/2014/main" id="{2CF118FA-6C00-6DC3-63E4-A1108610EDB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157978" y="4292131"/>
            <a:ext cx="313184" cy="313184"/>
          </a:xfrm>
          <a:prstGeom prst="rect">
            <a:avLst/>
          </a:prstGeom>
        </p:spPr>
      </p:pic>
      <p:pic>
        <p:nvPicPr>
          <p:cNvPr id="64" name="Graphic 63" descr="Badge with solid fill">
            <a:extLst>
              <a:ext uri="{FF2B5EF4-FFF2-40B4-BE49-F238E27FC236}">
                <a16:creationId xmlns:a16="http://schemas.microsoft.com/office/drawing/2014/main" id="{A14D043B-2BFA-A940-3C3D-A0876218E73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26384" y="4308091"/>
            <a:ext cx="338006" cy="338006"/>
          </a:xfrm>
          <a:prstGeom prst="rect">
            <a:avLst/>
          </a:prstGeom>
        </p:spPr>
      </p:pic>
      <p:pic>
        <p:nvPicPr>
          <p:cNvPr id="66" name="Graphic 65" descr="Badge 1 with solid fill">
            <a:extLst>
              <a:ext uri="{FF2B5EF4-FFF2-40B4-BE49-F238E27FC236}">
                <a16:creationId xmlns:a16="http://schemas.microsoft.com/office/drawing/2014/main" id="{2AFFDA72-4FAF-FD0C-6135-6FE0BA5D0FF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629548" y="4329352"/>
            <a:ext cx="375880" cy="375880"/>
          </a:xfrm>
          <a:prstGeom prst="rect">
            <a:avLst/>
          </a:prstGeom>
        </p:spPr>
      </p:pic>
      <p:sp>
        <p:nvSpPr>
          <p:cNvPr id="7" name="TextBox 6">
            <a:extLst>
              <a:ext uri="{FF2B5EF4-FFF2-40B4-BE49-F238E27FC236}">
                <a16:creationId xmlns:a16="http://schemas.microsoft.com/office/drawing/2014/main" id="{502B88D7-0462-8411-481A-A095F760962F}"/>
              </a:ext>
            </a:extLst>
          </p:cNvPr>
          <p:cNvSpPr txBox="1"/>
          <p:nvPr/>
        </p:nvSpPr>
        <p:spPr>
          <a:xfrm>
            <a:off x="1127448" y="5229200"/>
            <a:ext cx="1374185" cy="646331"/>
          </a:xfrm>
          <a:prstGeom prst="rect">
            <a:avLst/>
          </a:prstGeom>
          <a:noFill/>
        </p:spPr>
        <p:txBody>
          <a:bodyPr wrap="square">
            <a:spAutoFit/>
          </a:bodyPr>
          <a:lstStyle/>
          <a:p>
            <a:pPr algn="ctr">
              <a:spcBef>
                <a:spcPts val="0"/>
              </a:spcBef>
            </a:pPr>
            <a:r>
              <a:rPr lang="en-US" sz="1200" i="1" dirty="0">
                <a:solidFill>
                  <a:schemeClr val="accent1"/>
                </a:solidFill>
              </a:rPr>
              <a:t>Role Assumption Of  the AI as an L&amp;D Specialist</a:t>
            </a:r>
          </a:p>
        </p:txBody>
      </p:sp>
      <p:sp>
        <p:nvSpPr>
          <p:cNvPr id="14" name="TextBox 13">
            <a:extLst>
              <a:ext uri="{FF2B5EF4-FFF2-40B4-BE49-F238E27FC236}">
                <a16:creationId xmlns:a16="http://schemas.microsoft.com/office/drawing/2014/main" id="{1CD4D18B-038D-FF56-0DDC-6F5C782791A3}"/>
              </a:ext>
            </a:extLst>
          </p:cNvPr>
          <p:cNvSpPr txBox="1"/>
          <p:nvPr/>
        </p:nvSpPr>
        <p:spPr>
          <a:xfrm>
            <a:off x="4001735" y="5085184"/>
            <a:ext cx="1230169" cy="830997"/>
          </a:xfrm>
          <a:prstGeom prst="rect">
            <a:avLst/>
          </a:prstGeom>
          <a:noFill/>
        </p:spPr>
        <p:txBody>
          <a:bodyPr wrap="square">
            <a:spAutoFit/>
          </a:bodyPr>
          <a:lstStyle/>
          <a:p>
            <a:pPr algn="ctr">
              <a:spcBef>
                <a:spcPts val="0"/>
              </a:spcBef>
            </a:pPr>
            <a:r>
              <a:rPr lang="en-US" sz="1200" i="1" dirty="0">
                <a:solidFill>
                  <a:schemeClr val="accent1"/>
                </a:solidFill>
              </a:rPr>
              <a:t>Context </a:t>
            </a:r>
          </a:p>
          <a:p>
            <a:pPr algn="ctr">
              <a:spcBef>
                <a:spcPts val="0"/>
              </a:spcBef>
            </a:pPr>
            <a:r>
              <a:rPr lang="en-US" sz="1200" i="1" dirty="0">
                <a:solidFill>
                  <a:schemeClr val="accent1"/>
                </a:solidFill>
              </a:rPr>
              <a:t>Understanding</a:t>
            </a:r>
          </a:p>
          <a:p>
            <a:pPr algn="ctr">
              <a:spcBef>
                <a:spcPts val="0"/>
              </a:spcBef>
            </a:pPr>
            <a:r>
              <a:rPr lang="en-US" sz="1200" i="1" dirty="0">
                <a:solidFill>
                  <a:schemeClr val="accent1"/>
                </a:solidFill>
              </a:rPr>
              <a:t>Of the user’s Question</a:t>
            </a:r>
          </a:p>
        </p:txBody>
      </p:sp>
      <p:sp>
        <p:nvSpPr>
          <p:cNvPr id="16" name="TextBox 15">
            <a:extLst>
              <a:ext uri="{FF2B5EF4-FFF2-40B4-BE49-F238E27FC236}">
                <a16:creationId xmlns:a16="http://schemas.microsoft.com/office/drawing/2014/main" id="{DBF43DBB-E1C1-73A4-C442-86D24EE4E580}"/>
              </a:ext>
            </a:extLst>
          </p:cNvPr>
          <p:cNvSpPr txBox="1"/>
          <p:nvPr/>
        </p:nvSpPr>
        <p:spPr>
          <a:xfrm>
            <a:off x="6738039" y="5098969"/>
            <a:ext cx="1230169" cy="830997"/>
          </a:xfrm>
          <a:prstGeom prst="rect">
            <a:avLst/>
          </a:prstGeom>
          <a:noFill/>
        </p:spPr>
        <p:txBody>
          <a:bodyPr wrap="square">
            <a:spAutoFit/>
          </a:bodyPr>
          <a:lstStyle/>
          <a:p>
            <a:pPr algn="ctr">
              <a:spcBef>
                <a:spcPts val="0"/>
              </a:spcBef>
            </a:pPr>
            <a:r>
              <a:rPr lang="en-US" sz="1200" i="1" dirty="0">
                <a:solidFill>
                  <a:schemeClr val="accent1"/>
                </a:solidFill>
              </a:rPr>
              <a:t>Data Mapping with keywords from Google Sheets</a:t>
            </a:r>
          </a:p>
        </p:txBody>
      </p:sp>
      <p:sp>
        <p:nvSpPr>
          <p:cNvPr id="18" name="TextBox 17">
            <a:extLst>
              <a:ext uri="{FF2B5EF4-FFF2-40B4-BE49-F238E27FC236}">
                <a16:creationId xmlns:a16="http://schemas.microsoft.com/office/drawing/2014/main" id="{30A7EAFA-EDB9-EFCA-8AEA-4A06C0C58821}"/>
              </a:ext>
            </a:extLst>
          </p:cNvPr>
          <p:cNvSpPr txBox="1"/>
          <p:nvPr/>
        </p:nvSpPr>
        <p:spPr>
          <a:xfrm>
            <a:off x="9623201" y="5098078"/>
            <a:ext cx="1230169" cy="830997"/>
          </a:xfrm>
          <a:prstGeom prst="rect">
            <a:avLst/>
          </a:prstGeom>
          <a:noFill/>
        </p:spPr>
        <p:txBody>
          <a:bodyPr wrap="square">
            <a:spAutoFit/>
          </a:bodyPr>
          <a:lstStyle/>
          <a:p>
            <a:pPr algn="ctr">
              <a:spcBef>
                <a:spcPts val="0"/>
              </a:spcBef>
            </a:pPr>
            <a:r>
              <a:rPr lang="en-US" sz="1200" i="1" dirty="0">
                <a:solidFill>
                  <a:schemeClr val="accent1"/>
                </a:solidFill>
              </a:rPr>
              <a:t>Structured Response with formatting Structure</a:t>
            </a:r>
          </a:p>
        </p:txBody>
      </p:sp>
    </p:spTree>
    <p:extLst>
      <p:ext uri="{BB962C8B-B14F-4D97-AF65-F5344CB8AC3E}">
        <p14:creationId xmlns:p14="http://schemas.microsoft.com/office/powerpoint/2010/main" val="5731672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87A0E-8DA3-25F5-A0AA-48494D75EE6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83BA4B4E-945B-62AB-B98A-664E47337D0B}"/>
              </a:ext>
            </a:extLst>
          </p:cNvPr>
          <p:cNvSpPr>
            <a:spLocks noGrp="1"/>
          </p:cNvSpPr>
          <p:nvPr>
            <p:ph type="body" sz="quarter" idx="19"/>
          </p:nvPr>
        </p:nvSpPr>
        <p:spPr/>
        <p:txBody>
          <a:bodyPr/>
          <a:lstStyle/>
          <a:p>
            <a:r>
              <a:rPr lang="en-US" dirty="0"/>
              <a:t>03</a:t>
            </a:r>
          </a:p>
        </p:txBody>
      </p:sp>
      <p:sp>
        <p:nvSpPr>
          <p:cNvPr id="12" name="Date Placeholder 11">
            <a:extLst>
              <a:ext uri="{FF2B5EF4-FFF2-40B4-BE49-F238E27FC236}">
                <a16:creationId xmlns:a16="http://schemas.microsoft.com/office/drawing/2014/main" id="{DCCAF788-164B-FEF9-9D5A-6255A6D89387}"/>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AB9C8006-D1B7-2F16-6E18-9BAD56C8390A}"/>
              </a:ext>
            </a:extLst>
          </p:cNvPr>
          <p:cNvSpPr>
            <a:spLocks noGrp="1"/>
          </p:cNvSpPr>
          <p:nvPr>
            <p:ph type="ftr" sz="quarter" idx="21"/>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FDD80657-B1D7-D579-99A4-22331969F9E6}"/>
              </a:ext>
            </a:extLst>
          </p:cNvPr>
          <p:cNvSpPr>
            <a:spLocks noGrp="1"/>
          </p:cNvSpPr>
          <p:nvPr>
            <p:ph type="sldNum" sz="quarter" idx="22"/>
          </p:nvPr>
        </p:nvSpPr>
        <p:spPr/>
        <p:txBody>
          <a:bodyPr/>
          <a:lstStyle/>
          <a:p>
            <a:pPr algn="r"/>
            <a:fld id="{5D9A5160-6218-4E5A-B9E6-B93E3DAE377C}" type="slidenum">
              <a:rPr lang="en-US" smtClean="0"/>
              <a:pPr algn="r"/>
              <a:t>20</a:t>
            </a:fld>
            <a:endParaRPr lang="en-US" dirty="0"/>
          </a:p>
        </p:txBody>
      </p:sp>
      <p:sp>
        <p:nvSpPr>
          <p:cNvPr id="17" name="Title 16">
            <a:extLst>
              <a:ext uri="{FF2B5EF4-FFF2-40B4-BE49-F238E27FC236}">
                <a16:creationId xmlns:a16="http://schemas.microsoft.com/office/drawing/2014/main" id="{97241F94-A0BE-CA41-709A-E85B06A41132}"/>
              </a:ext>
            </a:extLst>
          </p:cNvPr>
          <p:cNvSpPr>
            <a:spLocks noGrp="1"/>
          </p:cNvSpPr>
          <p:nvPr>
            <p:ph type="title"/>
          </p:nvPr>
        </p:nvSpPr>
        <p:spPr/>
        <p:txBody>
          <a:bodyPr/>
          <a:lstStyle/>
          <a:p>
            <a:r>
              <a:rPr lang="en-US" dirty="0"/>
              <a:t>Visualization Demo</a:t>
            </a:r>
          </a:p>
        </p:txBody>
      </p:sp>
    </p:spTree>
    <p:extLst>
      <p:ext uri="{BB962C8B-B14F-4D97-AF65-F5344CB8AC3E}">
        <p14:creationId xmlns:p14="http://schemas.microsoft.com/office/powerpoint/2010/main" val="2682290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5195F-DDD9-4A0C-9A9A-9DBAFA1DDCA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5CD8C1F-11E4-0616-8D55-DC4537D7FA92}"/>
              </a:ext>
            </a:extLst>
          </p:cNvPr>
          <p:cNvSpPr/>
          <p:nvPr/>
        </p:nvSpPr>
        <p:spPr>
          <a:xfrm>
            <a:off x="1343472" y="2844363"/>
            <a:ext cx="9073008" cy="1131724"/>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err="1">
              <a:solidFill>
                <a:schemeClr val="tx1"/>
              </a:solidFill>
            </a:endParaRPr>
          </a:p>
        </p:txBody>
      </p:sp>
      <p:sp>
        <p:nvSpPr>
          <p:cNvPr id="17" name="Title 16">
            <a:extLst>
              <a:ext uri="{FF2B5EF4-FFF2-40B4-BE49-F238E27FC236}">
                <a16:creationId xmlns:a16="http://schemas.microsoft.com/office/drawing/2014/main" id="{69DF53CE-5126-B2A7-6F55-8D8D0DCEA882}"/>
              </a:ext>
            </a:extLst>
          </p:cNvPr>
          <p:cNvSpPr>
            <a:spLocks noGrp="1"/>
          </p:cNvSpPr>
          <p:nvPr>
            <p:ph type="title"/>
          </p:nvPr>
        </p:nvSpPr>
        <p:spPr>
          <a:xfrm>
            <a:off x="1500304" y="2979805"/>
            <a:ext cx="8883700" cy="3185499"/>
          </a:xfrm>
        </p:spPr>
        <p:txBody>
          <a:bodyPr/>
          <a:lstStyle/>
          <a:p>
            <a:pPr lvl="0" algn="ctr"/>
            <a:r>
              <a:rPr lang="en-US" sz="3200" dirty="0" err="1">
                <a:solidFill>
                  <a:schemeClr val="tx2"/>
                </a:solidFill>
                <a:hlinkClick r:id="rId2">
                  <a:extLst>
                    <a:ext uri="{A12FA001-AC4F-418D-AE19-62706E023703}">
                      <ahyp:hlinkClr xmlns:ahyp="http://schemas.microsoft.com/office/drawing/2018/hyperlinkcolor" val="tx"/>
                    </a:ext>
                  </a:extLst>
                </a:hlinkClick>
              </a:rPr>
              <a:t>Ascendra</a:t>
            </a:r>
            <a:r>
              <a:rPr lang="en-US" sz="3200" dirty="0">
                <a:solidFill>
                  <a:schemeClr val="tx2"/>
                </a:solidFill>
                <a:hlinkClick r:id="rId2">
                  <a:extLst>
                    <a:ext uri="{A12FA001-AC4F-418D-AE19-62706E023703}">
                      <ahyp:hlinkClr xmlns:ahyp="http://schemas.microsoft.com/office/drawing/2018/hyperlinkcolor" val="tx"/>
                    </a:ext>
                  </a:extLst>
                </a:hlinkClick>
              </a:rPr>
              <a:t> – Capgemini L&amp;D Intelligence Platform</a:t>
            </a:r>
            <a:endParaRPr lang="en-US" sz="3200" dirty="0">
              <a:solidFill>
                <a:schemeClr val="tx2"/>
              </a:solidFill>
            </a:endParaRPr>
          </a:p>
        </p:txBody>
      </p:sp>
      <p:sp>
        <p:nvSpPr>
          <p:cNvPr id="22" name="Date Placeholder 21">
            <a:extLst>
              <a:ext uri="{FF2B5EF4-FFF2-40B4-BE49-F238E27FC236}">
                <a16:creationId xmlns:a16="http://schemas.microsoft.com/office/drawing/2014/main" id="{E3B7CD28-8B77-C967-2DAB-D4DF3E1C8545}"/>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23" name="Footer Placeholder 22">
            <a:extLst>
              <a:ext uri="{FF2B5EF4-FFF2-40B4-BE49-F238E27FC236}">
                <a16:creationId xmlns:a16="http://schemas.microsoft.com/office/drawing/2014/main" id="{D308B894-DE36-1DAD-CF04-3E1A481B4C86}"/>
              </a:ext>
            </a:extLst>
          </p:cNvPr>
          <p:cNvSpPr>
            <a:spLocks noGrp="1"/>
          </p:cNvSpPr>
          <p:nvPr>
            <p:ph type="ftr" sz="quarter" idx="19"/>
          </p:nvPr>
        </p:nvSpPr>
        <p:spPr/>
        <p:txBody>
          <a:bodyPr/>
          <a:lstStyle/>
          <a:p>
            <a:pPr>
              <a:spcBef>
                <a:spcPts val="1000"/>
              </a:spcBef>
              <a:buFont typeface="Arial" panose="020B0604020202020204" pitchFamily="34" charset="0"/>
              <a:buNone/>
            </a:pPr>
            <a:r>
              <a:rPr lang="en-US" dirty="0"/>
              <a:t>Presentation Title | Author | Date</a:t>
            </a:r>
          </a:p>
        </p:txBody>
      </p:sp>
      <p:sp>
        <p:nvSpPr>
          <p:cNvPr id="25" name="Slide Number Placeholder 24">
            <a:extLst>
              <a:ext uri="{FF2B5EF4-FFF2-40B4-BE49-F238E27FC236}">
                <a16:creationId xmlns:a16="http://schemas.microsoft.com/office/drawing/2014/main" id="{A1CC25A5-5395-44E3-539D-F0DB22F2F853}"/>
              </a:ext>
            </a:extLst>
          </p:cNvPr>
          <p:cNvSpPr>
            <a:spLocks noGrp="1"/>
          </p:cNvSpPr>
          <p:nvPr>
            <p:ph type="sldNum" sz="quarter" idx="20"/>
          </p:nvPr>
        </p:nvSpPr>
        <p:spPr/>
        <p:txBody>
          <a:bodyPr/>
          <a:lstStyle/>
          <a:p>
            <a:pPr algn="r"/>
            <a:fld id="{5D9A5160-6218-4E5A-B9E6-B93E3DAE377C}" type="slidenum">
              <a:rPr lang="en-US" smtClean="0"/>
              <a:pPr algn="r"/>
              <a:t>21</a:t>
            </a:fld>
            <a:endParaRPr lang="en-US" dirty="0"/>
          </a:p>
        </p:txBody>
      </p:sp>
      <p:sp>
        <p:nvSpPr>
          <p:cNvPr id="8" name="Rectangle 7">
            <a:extLst>
              <a:ext uri="{FF2B5EF4-FFF2-40B4-BE49-F238E27FC236}">
                <a16:creationId xmlns:a16="http://schemas.microsoft.com/office/drawing/2014/main" id="{9E2C351F-ED9F-8549-A686-D849E9455F97}"/>
              </a:ext>
            </a:extLst>
          </p:cNvPr>
          <p:cNvSpPr/>
          <p:nvPr/>
        </p:nvSpPr>
        <p:spPr>
          <a:xfrm>
            <a:off x="1343472" y="4373274"/>
            <a:ext cx="9073008" cy="1131724"/>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2"/>
                </a:solidFill>
                <a:latin typeface="+mj-lt"/>
                <a:hlinkClick r:id="rId3">
                  <a:extLst>
                    <a:ext uri="{A12FA001-AC4F-418D-AE19-62706E023703}">
                      <ahyp:hlinkClr xmlns:ahyp="http://schemas.microsoft.com/office/drawing/2018/hyperlinkcolor" val="tx"/>
                    </a:ext>
                  </a:extLst>
                </a:hlinkClick>
              </a:rPr>
              <a:t>Backend of the AI Platform</a:t>
            </a:r>
            <a:endParaRPr lang="en-US" sz="3200" dirty="0">
              <a:solidFill>
                <a:schemeClr val="tx2"/>
              </a:solidFill>
              <a:latin typeface="+mj-lt"/>
            </a:endParaRPr>
          </a:p>
        </p:txBody>
      </p:sp>
      <p:pic>
        <p:nvPicPr>
          <p:cNvPr id="10" name="Graphic 9" descr="Cursor with solid fill">
            <a:extLst>
              <a:ext uri="{FF2B5EF4-FFF2-40B4-BE49-F238E27FC236}">
                <a16:creationId xmlns:a16="http://schemas.microsoft.com/office/drawing/2014/main" id="{D3760D5B-DC59-BE3A-7588-31F9259763A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84004" y="2321246"/>
            <a:ext cx="719965" cy="719965"/>
          </a:xfrm>
          <a:prstGeom prst="rect">
            <a:avLst/>
          </a:prstGeom>
        </p:spPr>
      </p:pic>
      <p:sp>
        <p:nvSpPr>
          <p:cNvPr id="4" name="Rectangle 3">
            <a:extLst>
              <a:ext uri="{FF2B5EF4-FFF2-40B4-BE49-F238E27FC236}">
                <a16:creationId xmlns:a16="http://schemas.microsoft.com/office/drawing/2014/main" id="{6525DB5C-E81E-4A2A-ADB1-627AD2976C13}"/>
              </a:ext>
            </a:extLst>
          </p:cNvPr>
          <p:cNvSpPr/>
          <p:nvPr/>
        </p:nvSpPr>
        <p:spPr>
          <a:xfrm>
            <a:off x="1292020" y="1268280"/>
            <a:ext cx="9073008" cy="1131724"/>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latin typeface="+mj-lt"/>
                <a:hlinkClick r:id="rId5" tooltip="https://capgemini-my.sharepoint.com/:x:/g/personal/rishita_banerjee_capgemini_com1/IQAPNaLJg3ovR6Yfboa1wDTvAW5JlypNNIm8medof5A-HH4?e=bC0vUf">
                  <a:extLst>
                    <a:ext uri="{A12FA001-AC4F-418D-AE19-62706E023703}">
                      <ahyp:hlinkClr xmlns:ahyp="http://schemas.microsoft.com/office/drawing/2018/hyperlinkcolor" val="tx"/>
                    </a:ext>
                  </a:extLst>
                </a:hlinkClick>
              </a:rPr>
              <a:t>People Analyst Excel Datasheet.xlsx</a:t>
            </a:r>
            <a:endParaRPr lang="en-US" sz="3200" dirty="0">
              <a:solidFill>
                <a:schemeClr val="tx1"/>
              </a:solidFill>
              <a:latin typeface="+mj-lt"/>
            </a:endParaRPr>
          </a:p>
        </p:txBody>
      </p:sp>
    </p:spTree>
    <p:extLst>
      <p:ext uri="{BB962C8B-B14F-4D97-AF65-F5344CB8AC3E}">
        <p14:creationId xmlns:p14="http://schemas.microsoft.com/office/powerpoint/2010/main" val="2892515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0B35E-0BBD-0BB1-D1DA-7C4488E2E076}"/>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84076BEE-4C80-8A4B-662E-5310DE7687A6}"/>
              </a:ext>
            </a:extLst>
          </p:cNvPr>
          <p:cNvSpPr>
            <a:spLocks noGrp="1"/>
          </p:cNvSpPr>
          <p:nvPr>
            <p:ph type="body" sz="quarter" idx="19"/>
          </p:nvPr>
        </p:nvSpPr>
        <p:spPr/>
        <p:txBody>
          <a:bodyPr/>
          <a:lstStyle/>
          <a:p>
            <a:r>
              <a:rPr lang="en-US" dirty="0"/>
              <a:t>04</a:t>
            </a:r>
          </a:p>
        </p:txBody>
      </p:sp>
      <p:sp>
        <p:nvSpPr>
          <p:cNvPr id="12" name="Date Placeholder 11">
            <a:extLst>
              <a:ext uri="{FF2B5EF4-FFF2-40B4-BE49-F238E27FC236}">
                <a16:creationId xmlns:a16="http://schemas.microsoft.com/office/drawing/2014/main" id="{B1686A7B-F11A-6981-C48E-E1E04B8B9077}"/>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3" name="Footer Placeholder 12">
            <a:extLst>
              <a:ext uri="{FF2B5EF4-FFF2-40B4-BE49-F238E27FC236}">
                <a16:creationId xmlns:a16="http://schemas.microsoft.com/office/drawing/2014/main" id="{DB79655C-F07D-0058-314F-7625B683D2CA}"/>
              </a:ext>
            </a:extLst>
          </p:cNvPr>
          <p:cNvSpPr>
            <a:spLocks noGrp="1"/>
          </p:cNvSpPr>
          <p:nvPr>
            <p:ph type="ftr" sz="quarter" idx="21"/>
          </p:nvPr>
        </p:nvSpPr>
        <p:spPr/>
        <p:txBody>
          <a:bodyPr/>
          <a:lstStyle/>
          <a:p>
            <a:pPr>
              <a:spcBef>
                <a:spcPts val="1000"/>
              </a:spcBef>
              <a:buFont typeface="Arial" panose="020B0604020202020204" pitchFamily="34" charset="0"/>
              <a:buNone/>
            </a:pPr>
            <a:r>
              <a:rPr lang="en-US" dirty="0"/>
              <a:t>Presentation Title | Author | Date</a:t>
            </a:r>
          </a:p>
        </p:txBody>
      </p:sp>
      <p:sp>
        <p:nvSpPr>
          <p:cNvPr id="14" name="Slide Number Placeholder 13">
            <a:extLst>
              <a:ext uri="{FF2B5EF4-FFF2-40B4-BE49-F238E27FC236}">
                <a16:creationId xmlns:a16="http://schemas.microsoft.com/office/drawing/2014/main" id="{8A875396-E966-A7AC-592A-D1440B21DFF9}"/>
              </a:ext>
            </a:extLst>
          </p:cNvPr>
          <p:cNvSpPr>
            <a:spLocks noGrp="1"/>
          </p:cNvSpPr>
          <p:nvPr>
            <p:ph type="sldNum" sz="quarter" idx="22"/>
          </p:nvPr>
        </p:nvSpPr>
        <p:spPr/>
        <p:txBody>
          <a:bodyPr/>
          <a:lstStyle/>
          <a:p>
            <a:pPr algn="r"/>
            <a:fld id="{5D9A5160-6218-4E5A-B9E6-B93E3DAE377C}" type="slidenum">
              <a:rPr lang="en-US" smtClean="0"/>
              <a:pPr algn="r"/>
              <a:t>22</a:t>
            </a:fld>
            <a:endParaRPr lang="en-US" dirty="0"/>
          </a:p>
        </p:txBody>
      </p:sp>
      <p:sp>
        <p:nvSpPr>
          <p:cNvPr id="17" name="Title 16">
            <a:extLst>
              <a:ext uri="{FF2B5EF4-FFF2-40B4-BE49-F238E27FC236}">
                <a16:creationId xmlns:a16="http://schemas.microsoft.com/office/drawing/2014/main" id="{A4358570-D7C0-370E-94E8-E4EBB9E42C13}"/>
              </a:ext>
            </a:extLst>
          </p:cNvPr>
          <p:cNvSpPr>
            <a:spLocks noGrp="1"/>
          </p:cNvSpPr>
          <p:nvPr>
            <p:ph type="title"/>
          </p:nvPr>
        </p:nvSpPr>
        <p:spPr/>
        <p:txBody>
          <a:bodyPr/>
          <a:lstStyle/>
          <a:p>
            <a:r>
              <a:rPr lang="en-US" dirty="0"/>
              <a:t>Scalability &amp; Future Scope</a:t>
            </a:r>
          </a:p>
        </p:txBody>
      </p:sp>
    </p:spTree>
    <p:extLst>
      <p:ext uri="{BB962C8B-B14F-4D97-AF65-F5344CB8AC3E}">
        <p14:creationId xmlns:p14="http://schemas.microsoft.com/office/powerpoint/2010/main" val="752541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8E859-BF88-B1AA-692F-1D20269FACA3}"/>
            </a:ext>
          </a:extLst>
        </p:cNvPr>
        <p:cNvGrpSpPr/>
        <p:nvPr/>
      </p:nvGrpSpPr>
      <p:grpSpPr>
        <a:xfrm>
          <a:off x="0" y="0"/>
          <a:ext cx="0" cy="0"/>
          <a:chOff x="0" y="0"/>
          <a:chExt cx="0" cy="0"/>
        </a:xfrm>
      </p:grpSpPr>
      <p:sp>
        <p:nvSpPr>
          <p:cNvPr id="10" name="Date Placeholder 1">
            <a:extLst>
              <a:ext uri="{FF2B5EF4-FFF2-40B4-BE49-F238E27FC236}">
                <a16:creationId xmlns:a16="http://schemas.microsoft.com/office/drawing/2014/main" id="{9EC0515D-E387-D172-5E24-37F2AAFD1C6D}"/>
              </a:ext>
            </a:extLst>
          </p:cNvPr>
          <p:cNvSpPr>
            <a:spLocks noGrp="1"/>
          </p:cNvSpPr>
          <p:nvPr>
            <p:ph type="dt" sz="half" idx="10"/>
          </p:nvPr>
        </p:nvSpPr>
        <p:spPr>
          <a:xfrm>
            <a:off x="9809406" y="6650661"/>
            <a:ext cx="1831210" cy="123111"/>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2">
            <a:extLst>
              <a:ext uri="{FF2B5EF4-FFF2-40B4-BE49-F238E27FC236}">
                <a16:creationId xmlns:a16="http://schemas.microsoft.com/office/drawing/2014/main" id="{18AC9F5E-EE57-7970-A42C-F272D146BDE7}"/>
              </a:ext>
            </a:extLst>
          </p:cNvPr>
          <p:cNvSpPr>
            <a:spLocks noGrp="1"/>
          </p:cNvSpPr>
          <p:nvPr>
            <p:ph type="ftr" sz="quarter" idx="11"/>
          </p:nvPr>
        </p:nvSpPr>
        <p:spPr>
          <a:xfrm>
            <a:off x="550863" y="6650661"/>
            <a:ext cx="4716524" cy="123111"/>
          </a:xfrm>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3">
            <a:extLst>
              <a:ext uri="{FF2B5EF4-FFF2-40B4-BE49-F238E27FC236}">
                <a16:creationId xmlns:a16="http://schemas.microsoft.com/office/drawing/2014/main" id="{59B034B8-41A6-8399-98C3-7E971EED9F5F}"/>
              </a:ext>
            </a:extLst>
          </p:cNvPr>
          <p:cNvSpPr>
            <a:spLocks noGrp="1"/>
          </p:cNvSpPr>
          <p:nvPr>
            <p:ph type="sldNum" sz="quarter" idx="12"/>
          </p:nvPr>
        </p:nvSpPr>
        <p:spPr>
          <a:xfrm>
            <a:off x="11778341" y="6650661"/>
            <a:ext cx="232665" cy="123111"/>
          </a:xfrm>
        </p:spPr>
        <p:txBody>
          <a:bodyPr/>
          <a:lstStyle/>
          <a:p>
            <a:pPr algn="r"/>
            <a:fld id="{5D9A5160-6218-4E5A-B9E6-B93E3DAE377C}" type="slidenum">
              <a:rPr lang="en-US" smtClean="0"/>
              <a:pPr algn="r"/>
              <a:t>23</a:t>
            </a:fld>
            <a:endParaRPr lang="en-US"/>
          </a:p>
        </p:txBody>
      </p:sp>
      <p:sp>
        <p:nvSpPr>
          <p:cNvPr id="13" name="Text Placeholder 4">
            <a:extLst>
              <a:ext uri="{FF2B5EF4-FFF2-40B4-BE49-F238E27FC236}">
                <a16:creationId xmlns:a16="http://schemas.microsoft.com/office/drawing/2014/main" id="{36F01B8E-1352-3E75-E24B-90127B20D06C}"/>
              </a:ext>
            </a:extLst>
          </p:cNvPr>
          <p:cNvSpPr txBox="1">
            <a:spLocks/>
          </p:cNvSpPr>
          <p:nvPr/>
        </p:nvSpPr>
        <p:spPr>
          <a:xfrm>
            <a:off x="260721" y="1094706"/>
            <a:ext cx="11091863" cy="24606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i="1" dirty="0" err="1">
                <a:solidFill>
                  <a:schemeClr val="accent2"/>
                </a:solidFill>
              </a:rPr>
              <a:t>Ascendra</a:t>
            </a:r>
            <a:r>
              <a:rPr lang="en-US" sz="1600" i="1" dirty="0">
                <a:solidFill>
                  <a:schemeClr val="accent2"/>
                </a:solidFill>
              </a:rPr>
              <a:t> sub‑module enabling upskilling, interview readiness, and role understanding</a:t>
            </a:r>
          </a:p>
        </p:txBody>
      </p:sp>
      <p:sp>
        <p:nvSpPr>
          <p:cNvPr id="14" name="Title 5">
            <a:extLst>
              <a:ext uri="{FF2B5EF4-FFF2-40B4-BE49-F238E27FC236}">
                <a16:creationId xmlns:a16="http://schemas.microsoft.com/office/drawing/2014/main" id="{D24CCB13-D36C-1009-8E12-D25AC2B63A58}"/>
              </a:ext>
            </a:extLst>
          </p:cNvPr>
          <p:cNvSpPr txBox="1">
            <a:spLocks/>
          </p:cNvSpPr>
          <p:nvPr/>
        </p:nvSpPr>
        <p:spPr>
          <a:xfrm>
            <a:off x="260721" y="116632"/>
            <a:ext cx="11091863" cy="930275"/>
          </a:xfrm>
          <a:prstGeom prst="rect">
            <a:avLst/>
          </a:prstGeom>
        </p:spPr>
        <p:txBody>
          <a:bodyPr vert="horz" lIns="0" tIns="0" rIns="0" bIns="12600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a:lstStyle>
          <a:p>
            <a:r>
              <a:rPr lang="en-US" sz="3600" dirty="0" err="1">
                <a:solidFill>
                  <a:schemeClr val="bg2"/>
                </a:solidFill>
              </a:rPr>
              <a:t>Ascendra</a:t>
            </a:r>
            <a:r>
              <a:rPr lang="en-US" sz="3600" dirty="0">
                <a:solidFill>
                  <a:schemeClr val="bg2"/>
                </a:solidFill>
              </a:rPr>
              <a:t> in Action: Real L&amp;D Use Case Scenario</a:t>
            </a:r>
          </a:p>
        </p:txBody>
      </p:sp>
      <p:sp>
        <p:nvSpPr>
          <p:cNvPr id="38" name="Freeform: Shape 37">
            <a:extLst>
              <a:ext uri="{FF2B5EF4-FFF2-40B4-BE49-F238E27FC236}">
                <a16:creationId xmlns:a16="http://schemas.microsoft.com/office/drawing/2014/main" id="{9329017C-AB0E-7170-777D-E1ACFF8DA43F}"/>
              </a:ext>
            </a:extLst>
          </p:cNvPr>
          <p:cNvSpPr/>
          <p:nvPr/>
        </p:nvSpPr>
        <p:spPr>
          <a:xfrm>
            <a:off x="8184232" y="1700808"/>
            <a:ext cx="3102369" cy="4099560"/>
          </a:xfrm>
          <a:custGeom>
            <a:avLst/>
            <a:gdLst>
              <a:gd name="connsiteX0" fmla="*/ 0 w 2747010"/>
              <a:gd name="connsiteY0" fmla="*/ 0 h 3629978"/>
              <a:gd name="connsiteX1" fmla="*/ 196215 w 2747010"/>
              <a:gd name="connsiteY1" fmla="*/ 0 h 3629978"/>
              <a:gd name="connsiteX2" fmla="*/ 579120 w 2747010"/>
              <a:gd name="connsiteY2" fmla="*/ 0 h 3629978"/>
              <a:gd name="connsiteX3" fmla="*/ 2550795 w 2747010"/>
              <a:gd name="connsiteY3" fmla="*/ 0 h 3629978"/>
              <a:gd name="connsiteX4" fmla="*/ 2747010 w 2747010"/>
              <a:gd name="connsiteY4" fmla="*/ 196215 h 3629978"/>
              <a:gd name="connsiteX5" fmla="*/ 2747010 w 2747010"/>
              <a:gd name="connsiteY5" fmla="*/ 1118426 h 3629978"/>
              <a:gd name="connsiteX6" fmla="*/ 2712672 w 2747010"/>
              <a:gd name="connsiteY6" fmla="*/ 1226344 h 3629978"/>
              <a:gd name="connsiteX7" fmla="*/ 2354580 w 2747010"/>
              <a:gd name="connsiteY7" fmla="*/ 1765935 h 3629978"/>
              <a:gd name="connsiteX8" fmla="*/ 2354580 w 2747010"/>
              <a:gd name="connsiteY8" fmla="*/ 3433763 h 3629978"/>
              <a:gd name="connsiteX9" fmla="*/ 2158365 w 2747010"/>
              <a:gd name="connsiteY9" fmla="*/ 3629978 h 3629978"/>
              <a:gd name="connsiteX10" fmla="*/ 579120 w 2747010"/>
              <a:gd name="connsiteY10" fmla="*/ 3629978 h 3629978"/>
              <a:gd name="connsiteX11" fmla="*/ 196215 w 2747010"/>
              <a:gd name="connsiteY11" fmla="*/ 3629978 h 3629978"/>
              <a:gd name="connsiteX12" fmla="*/ 0 w 2747010"/>
              <a:gd name="connsiteY12" fmla="*/ 3629978 h 3629978"/>
              <a:gd name="connsiteX13" fmla="*/ 0 w 2747010"/>
              <a:gd name="connsiteY13" fmla="*/ 3433763 h 3629978"/>
              <a:gd name="connsiteX14" fmla="*/ 0 w 2747010"/>
              <a:gd name="connsiteY14" fmla="*/ 3271838 h 3629978"/>
              <a:gd name="connsiteX15" fmla="*/ 0 w 2747010"/>
              <a:gd name="connsiteY15" fmla="*/ 358140 h 3629978"/>
              <a:gd name="connsiteX16" fmla="*/ 0 w 2747010"/>
              <a:gd name="connsiteY16" fmla="*/ 196215 h 362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47010" h="3629978">
                <a:moveTo>
                  <a:pt x="0" y="0"/>
                </a:moveTo>
                <a:lnTo>
                  <a:pt x="196215" y="0"/>
                </a:lnTo>
                <a:lnTo>
                  <a:pt x="579120" y="0"/>
                </a:lnTo>
                <a:lnTo>
                  <a:pt x="2550795" y="0"/>
                </a:lnTo>
                <a:cubicBezTo>
                  <a:pt x="2658713" y="0"/>
                  <a:pt x="2747010" y="88297"/>
                  <a:pt x="2747010" y="196215"/>
                </a:cubicBezTo>
                <a:lnTo>
                  <a:pt x="2747010" y="1118426"/>
                </a:lnTo>
                <a:cubicBezTo>
                  <a:pt x="2747010" y="1157668"/>
                  <a:pt x="2737199" y="1196912"/>
                  <a:pt x="2712672" y="1226344"/>
                </a:cubicBezTo>
                <a:lnTo>
                  <a:pt x="2354580" y="1765935"/>
                </a:lnTo>
                <a:lnTo>
                  <a:pt x="2354580" y="3433763"/>
                </a:lnTo>
                <a:cubicBezTo>
                  <a:pt x="2354580" y="3541681"/>
                  <a:pt x="2266283" y="3629978"/>
                  <a:pt x="2158365" y="3629978"/>
                </a:cubicBezTo>
                <a:lnTo>
                  <a:pt x="579120" y="3629978"/>
                </a:lnTo>
                <a:lnTo>
                  <a:pt x="196215" y="3629978"/>
                </a:lnTo>
                <a:lnTo>
                  <a:pt x="0" y="3629978"/>
                </a:lnTo>
                <a:lnTo>
                  <a:pt x="0" y="3433763"/>
                </a:lnTo>
                <a:lnTo>
                  <a:pt x="0" y="3271838"/>
                </a:lnTo>
                <a:lnTo>
                  <a:pt x="0" y="358140"/>
                </a:lnTo>
                <a:lnTo>
                  <a:pt x="0" y="196215"/>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Shape 48">
            <a:extLst>
              <a:ext uri="{FF2B5EF4-FFF2-40B4-BE49-F238E27FC236}">
                <a16:creationId xmlns:a16="http://schemas.microsoft.com/office/drawing/2014/main" id="{51D5AABB-766D-45ED-FAF8-AF4C188B3A74}"/>
              </a:ext>
            </a:extLst>
          </p:cNvPr>
          <p:cNvSpPr/>
          <p:nvPr/>
        </p:nvSpPr>
        <p:spPr>
          <a:xfrm>
            <a:off x="8048504" y="1700808"/>
            <a:ext cx="1003160" cy="4099560"/>
          </a:xfrm>
          <a:custGeom>
            <a:avLst/>
            <a:gdLst>
              <a:gd name="connsiteX0" fmla="*/ 0 w 1003160"/>
              <a:gd name="connsiteY0" fmla="*/ 0 h 4099560"/>
              <a:gd name="connsiteX1" fmla="*/ 913490 w 1003160"/>
              <a:gd name="connsiteY1" fmla="*/ 0 h 4099560"/>
              <a:gd name="connsiteX2" fmla="*/ 938066 w 1003160"/>
              <a:gd name="connsiteY2" fmla="*/ 16606 h 4099560"/>
              <a:gd name="connsiteX3" fmla="*/ 1003160 w 1003160"/>
              <a:gd name="connsiteY3" fmla="*/ 173109 h 4099560"/>
              <a:gd name="connsiteX4" fmla="*/ 1003160 w 1003160"/>
              <a:gd name="connsiteY4" fmla="*/ 221598 h 4099560"/>
              <a:gd name="connsiteX5" fmla="*/ 1003160 w 1003160"/>
              <a:gd name="connsiteY5" fmla="*/ 425252 h 4099560"/>
              <a:gd name="connsiteX6" fmla="*/ 1003160 w 1003160"/>
              <a:gd name="connsiteY6" fmla="*/ 878563 h 4099560"/>
              <a:gd name="connsiteX7" fmla="*/ 1003160 w 1003160"/>
              <a:gd name="connsiteY7" fmla="*/ 1263108 h 4099560"/>
              <a:gd name="connsiteX8" fmla="*/ 1003160 w 1003160"/>
              <a:gd name="connsiteY8" fmla="*/ 1341571 h 4099560"/>
              <a:gd name="connsiteX9" fmla="*/ 964380 w 1003160"/>
              <a:gd name="connsiteY9" fmla="*/ 1463450 h 4099560"/>
              <a:gd name="connsiteX10" fmla="*/ 559965 w 1003160"/>
              <a:gd name="connsiteY10" fmla="*/ 2072843 h 4099560"/>
              <a:gd name="connsiteX11" fmla="*/ 559965 w 1003160"/>
              <a:gd name="connsiteY11" fmla="*/ 2894399 h 4099560"/>
              <a:gd name="connsiteX12" fmla="*/ 559965 w 1003160"/>
              <a:gd name="connsiteY12" fmla="*/ 3530912 h 4099560"/>
              <a:gd name="connsiteX13" fmla="*/ 559966 w 1003160"/>
              <a:gd name="connsiteY13" fmla="*/ 3530912 h 4099560"/>
              <a:gd name="connsiteX14" fmla="*/ 559966 w 1003160"/>
              <a:gd name="connsiteY14" fmla="*/ 3926450 h 4099560"/>
              <a:gd name="connsiteX15" fmla="*/ 494871 w 1003160"/>
              <a:gd name="connsiteY15" fmla="*/ 4082954 h 4099560"/>
              <a:gd name="connsiteX16" fmla="*/ 470294 w 1003160"/>
              <a:gd name="connsiteY16" fmla="*/ 4099560 h 4099560"/>
              <a:gd name="connsiteX17" fmla="*/ 1 w 1003160"/>
              <a:gd name="connsiteY17" fmla="*/ 4099560 h 4099560"/>
              <a:gd name="connsiteX18" fmla="*/ 0 w 1003160"/>
              <a:gd name="connsiteY18" fmla="*/ 4099560 h 4099560"/>
              <a:gd name="connsiteX19" fmla="*/ 0 w 1003160"/>
              <a:gd name="connsiteY19" fmla="*/ 425252 h 409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03160" h="4099560">
                <a:moveTo>
                  <a:pt x="0" y="0"/>
                </a:moveTo>
                <a:lnTo>
                  <a:pt x="913490" y="0"/>
                </a:lnTo>
                <a:lnTo>
                  <a:pt x="938066" y="16606"/>
                </a:lnTo>
                <a:cubicBezTo>
                  <a:pt x="978230" y="56770"/>
                  <a:pt x="1003160" y="112170"/>
                  <a:pt x="1003160" y="173109"/>
                </a:cubicBezTo>
                <a:lnTo>
                  <a:pt x="1003160" y="221598"/>
                </a:lnTo>
                <a:lnTo>
                  <a:pt x="1003160" y="425252"/>
                </a:lnTo>
                <a:lnTo>
                  <a:pt x="1003160" y="878563"/>
                </a:lnTo>
                <a:lnTo>
                  <a:pt x="1003160" y="1263108"/>
                </a:lnTo>
                <a:lnTo>
                  <a:pt x="1003160" y="1341571"/>
                </a:lnTo>
                <a:cubicBezTo>
                  <a:pt x="1003160" y="1385890"/>
                  <a:pt x="992080" y="1430210"/>
                  <a:pt x="964380" y="1463450"/>
                </a:cubicBezTo>
                <a:lnTo>
                  <a:pt x="559965" y="2072843"/>
                </a:lnTo>
                <a:lnTo>
                  <a:pt x="559965" y="2894399"/>
                </a:lnTo>
                <a:lnTo>
                  <a:pt x="559965" y="3530912"/>
                </a:lnTo>
                <a:lnTo>
                  <a:pt x="559966" y="3530912"/>
                </a:lnTo>
                <a:lnTo>
                  <a:pt x="559966" y="3926450"/>
                </a:lnTo>
                <a:cubicBezTo>
                  <a:pt x="559966" y="3987390"/>
                  <a:pt x="535036" y="4042789"/>
                  <a:pt x="494871" y="4082954"/>
                </a:cubicBezTo>
                <a:lnTo>
                  <a:pt x="470294" y="4099560"/>
                </a:lnTo>
                <a:lnTo>
                  <a:pt x="1" y="4099560"/>
                </a:lnTo>
                <a:lnTo>
                  <a:pt x="0" y="4099560"/>
                </a:lnTo>
                <a:lnTo>
                  <a:pt x="0" y="425252"/>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69335CEB-6CE8-4D78-CE86-E5CD96C19576}"/>
              </a:ext>
            </a:extLst>
          </p:cNvPr>
          <p:cNvSpPr/>
          <p:nvPr/>
        </p:nvSpPr>
        <p:spPr>
          <a:xfrm>
            <a:off x="5776776" y="1700808"/>
            <a:ext cx="3102369" cy="4099560"/>
          </a:xfrm>
          <a:custGeom>
            <a:avLst/>
            <a:gdLst>
              <a:gd name="connsiteX0" fmla="*/ 0 w 2747010"/>
              <a:gd name="connsiteY0" fmla="*/ 0 h 3629978"/>
              <a:gd name="connsiteX1" fmla="*/ 196215 w 2747010"/>
              <a:gd name="connsiteY1" fmla="*/ 0 h 3629978"/>
              <a:gd name="connsiteX2" fmla="*/ 579120 w 2747010"/>
              <a:gd name="connsiteY2" fmla="*/ 0 h 3629978"/>
              <a:gd name="connsiteX3" fmla="*/ 2550795 w 2747010"/>
              <a:gd name="connsiteY3" fmla="*/ 0 h 3629978"/>
              <a:gd name="connsiteX4" fmla="*/ 2747010 w 2747010"/>
              <a:gd name="connsiteY4" fmla="*/ 196215 h 3629978"/>
              <a:gd name="connsiteX5" fmla="*/ 2747010 w 2747010"/>
              <a:gd name="connsiteY5" fmla="*/ 1118426 h 3629978"/>
              <a:gd name="connsiteX6" fmla="*/ 2712672 w 2747010"/>
              <a:gd name="connsiteY6" fmla="*/ 1226344 h 3629978"/>
              <a:gd name="connsiteX7" fmla="*/ 2354580 w 2747010"/>
              <a:gd name="connsiteY7" fmla="*/ 1765935 h 3629978"/>
              <a:gd name="connsiteX8" fmla="*/ 2354580 w 2747010"/>
              <a:gd name="connsiteY8" fmla="*/ 3433763 h 3629978"/>
              <a:gd name="connsiteX9" fmla="*/ 2158365 w 2747010"/>
              <a:gd name="connsiteY9" fmla="*/ 3629978 h 3629978"/>
              <a:gd name="connsiteX10" fmla="*/ 579120 w 2747010"/>
              <a:gd name="connsiteY10" fmla="*/ 3629978 h 3629978"/>
              <a:gd name="connsiteX11" fmla="*/ 196215 w 2747010"/>
              <a:gd name="connsiteY11" fmla="*/ 3629978 h 3629978"/>
              <a:gd name="connsiteX12" fmla="*/ 0 w 2747010"/>
              <a:gd name="connsiteY12" fmla="*/ 3629978 h 3629978"/>
              <a:gd name="connsiteX13" fmla="*/ 0 w 2747010"/>
              <a:gd name="connsiteY13" fmla="*/ 3433763 h 3629978"/>
              <a:gd name="connsiteX14" fmla="*/ 0 w 2747010"/>
              <a:gd name="connsiteY14" fmla="*/ 3271838 h 3629978"/>
              <a:gd name="connsiteX15" fmla="*/ 0 w 2747010"/>
              <a:gd name="connsiteY15" fmla="*/ 358140 h 3629978"/>
              <a:gd name="connsiteX16" fmla="*/ 0 w 2747010"/>
              <a:gd name="connsiteY16" fmla="*/ 196215 h 362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47010" h="3629978">
                <a:moveTo>
                  <a:pt x="0" y="0"/>
                </a:moveTo>
                <a:lnTo>
                  <a:pt x="196215" y="0"/>
                </a:lnTo>
                <a:lnTo>
                  <a:pt x="579120" y="0"/>
                </a:lnTo>
                <a:lnTo>
                  <a:pt x="2550795" y="0"/>
                </a:lnTo>
                <a:cubicBezTo>
                  <a:pt x="2658713" y="0"/>
                  <a:pt x="2747010" y="88297"/>
                  <a:pt x="2747010" y="196215"/>
                </a:cubicBezTo>
                <a:lnTo>
                  <a:pt x="2747010" y="1118426"/>
                </a:lnTo>
                <a:cubicBezTo>
                  <a:pt x="2747010" y="1157668"/>
                  <a:pt x="2737199" y="1196912"/>
                  <a:pt x="2712672" y="1226344"/>
                </a:cubicBezTo>
                <a:lnTo>
                  <a:pt x="2354580" y="1765935"/>
                </a:lnTo>
                <a:lnTo>
                  <a:pt x="2354580" y="3433763"/>
                </a:lnTo>
                <a:cubicBezTo>
                  <a:pt x="2354580" y="3541681"/>
                  <a:pt x="2266283" y="3629978"/>
                  <a:pt x="2158365" y="3629978"/>
                </a:cubicBezTo>
                <a:lnTo>
                  <a:pt x="579120" y="3629978"/>
                </a:lnTo>
                <a:lnTo>
                  <a:pt x="196215" y="3629978"/>
                </a:lnTo>
                <a:lnTo>
                  <a:pt x="0" y="3629978"/>
                </a:lnTo>
                <a:lnTo>
                  <a:pt x="0" y="3433763"/>
                </a:lnTo>
                <a:lnTo>
                  <a:pt x="0" y="3271838"/>
                </a:lnTo>
                <a:lnTo>
                  <a:pt x="0" y="358140"/>
                </a:lnTo>
                <a:lnTo>
                  <a:pt x="0" y="196215"/>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8" name="Freeform: Shape 47">
            <a:extLst>
              <a:ext uri="{FF2B5EF4-FFF2-40B4-BE49-F238E27FC236}">
                <a16:creationId xmlns:a16="http://schemas.microsoft.com/office/drawing/2014/main" id="{F59CCF26-92E7-4AE2-084B-412EEF2BE36A}"/>
              </a:ext>
            </a:extLst>
          </p:cNvPr>
          <p:cNvSpPr/>
          <p:nvPr/>
        </p:nvSpPr>
        <p:spPr>
          <a:xfrm>
            <a:off x="5641048" y="1700808"/>
            <a:ext cx="1003160" cy="4099560"/>
          </a:xfrm>
          <a:custGeom>
            <a:avLst/>
            <a:gdLst>
              <a:gd name="connsiteX0" fmla="*/ 0 w 1003160"/>
              <a:gd name="connsiteY0" fmla="*/ 0 h 4099560"/>
              <a:gd name="connsiteX1" fmla="*/ 913490 w 1003160"/>
              <a:gd name="connsiteY1" fmla="*/ 0 h 4099560"/>
              <a:gd name="connsiteX2" fmla="*/ 938066 w 1003160"/>
              <a:gd name="connsiteY2" fmla="*/ 16606 h 4099560"/>
              <a:gd name="connsiteX3" fmla="*/ 1003160 w 1003160"/>
              <a:gd name="connsiteY3" fmla="*/ 173109 h 4099560"/>
              <a:gd name="connsiteX4" fmla="*/ 1003160 w 1003160"/>
              <a:gd name="connsiteY4" fmla="*/ 221598 h 4099560"/>
              <a:gd name="connsiteX5" fmla="*/ 1003160 w 1003160"/>
              <a:gd name="connsiteY5" fmla="*/ 425252 h 4099560"/>
              <a:gd name="connsiteX6" fmla="*/ 1003160 w 1003160"/>
              <a:gd name="connsiteY6" fmla="*/ 878563 h 4099560"/>
              <a:gd name="connsiteX7" fmla="*/ 1003160 w 1003160"/>
              <a:gd name="connsiteY7" fmla="*/ 1263108 h 4099560"/>
              <a:gd name="connsiteX8" fmla="*/ 1003160 w 1003160"/>
              <a:gd name="connsiteY8" fmla="*/ 1341571 h 4099560"/>
              <a:gd name="connsiteX9" fmla="*/ 964380 w 1003160"/>
              <a:gd name="connsiteY9" fmla="*/ 1463450 h 4099560"/>
              <a:gd name="connsiteX10" fmla="*/ 559965 w 1003160"/>
              <a:gd name="connsiteY10" fmla="*/ 2072843 h 4099560"/>
              <a:gd name="connsiteX11" fmla="*/ 559965 w 1003160"/>
              <a:gd name="connsiteY11" fmla="*/ 2894399 h 4099560"/>
              <a:gd name="connsiteX12" fmla="*/ 559965 w 1003160"/>
              <a:gd name="connsiteY12" fmla="*/ 3530912 h 4099560"/>
              <a:gd name="connsiteX13" fmla="*/ 559966 w 1003160"/>
              <a:gd name="connsiteY13" fmla="*/ 3530912 h 4099560"/>
              <a:gd name="connsiteX14" fmla="*/ 559966 w 1003160"/>
              <a:gd name="connsiteY14" fmla="*/ 3926450 h 4099560"/>
              <a:gd name="connsiteX15" fmla="*/ 494871 w 1003160"/>
              <a:gd name="connsiteY15" fmla="*/ 4082954 h 4099560"/>
              <a:gd name="connsiteX16" fmla="*/ 470294 w 1003160"/>
              <a:gd name="connsiteY16" fmla="*/ 4099560 h 4099560"/>
              <a:gd name="connsiteX17" fmla="*/ 1 w 1003160"/>
              <a:gd name="connsiteY17" fmla="*/ 4099560 h 4099560"/>
              <a:gd name="connsiteX18" fmla="*/ 0 w 1003160"/>
              <a:gd name="connsiteY18" fmla="*/ 4099560 h 4099560"/>
              <a:gd name="connsiteX19" fmla="*/ 0 w 1003160"/>
              <a:gd name="connsiteY19" fmla="*/ 425252 h 409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03160" h="4099560">
                <a:moveTo>
                  <a:pt x="0" y="0"/>
                </a:moveTo>
                <a:lnTo>
                  <a:pt x="913490" y="0"/>
                </a:lnTo>
                <a:lnTo>
                  <a:pt x="938066" y="16606"/>
                </a:lnTo>
                <a:cubicBezTo>
                  <a:pt x="978230" y="56770"/>
                  <a:pt x="1003160" y="112170"/>
                  <a:pt x="1003160" y="173109"/>
                </a:cubicBezTo>
                <a:lnTo>
                  <a:pt x="1003160" y="221598"/>
                </a:lnTo>
                <a:lnTo>
                  <a:pt x="1003160" y="425252"/>
                </a:lnTo>
                <a:lnTo>
                  <a:pt x="1003160" y="878563"/>
                </a:lnTo>
                <a:lnTo>
                  <a:pt x="1003160" y="1263108"/>
                </a:lnTo>
                <a:lnTo>
                  <a:pt x="1003160" y="1341571"/>
                </a:lnTo>
                <a:cubicBezTo>
                  <a:pt x="1003160" y="1385890"/>
                  <a:pt x="992080" y="1430210"/>
                  <a:pt x="964380" y="1463450"/>
                </a:cubicBezTo>
                <a:lnTo>
                  <a:pt x="559965" y="2072843"/>
                </a:lnTo>
                <a:lnTo>
                  <a:pt x="559965" y="2894399"/>
                </a:lnTo>
                <a:lnTo>
                  <a:pt x="559965" y="3530912"/>
                </a:lnTo>
                <a:lnTo>
                  <a:pt x="559966" y="3530912"/>
                </a:lnTo>
                <a:lnTo>
                  <a:pt x="559966" y="3926450"/>
                </a:lnTo>
                <a:cubicBezTo>
                  <a:pt x="559966" y="3987390"/>
                  <a:pt x="535036" y="4042789"/>
                  <a:pt x="494871" y="4082954"/>
                </a:cubicBezTo>
                <a:lnTo>
                  <a:pt x="470294" y="4099560"/>
                </a:lnTo>
                <a:lnTo>
                  <a:pt x="1" y="4099560"/>
                </a:lnTo>
                <a:lnTo>
                  <a:pt x="0" y="4099560"/>
                </a:lnTo>
                <a:lnTo>
                  <a:pt x="0" y="425252"/>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Freeform: Shape 39">
            <a:extLst>
              <a:ext uri="{FF2B5EF4-FFF2-40B4-BE49-F238E27FC236}">
                <a16:creationId xmlns:a16="http://schemas.microsoft.com/office/drawing/2014/main" id="{0E808451-AD2F-24C5-F160-B0528E78E520}"/>
              </a:ext>
            </a:extLst>
          </p:cNvPr>
          <p:cNvSpPr/>
          <p:nvPr/>
        </p:nvSpPr>
        <p:spPr>
          <a:xfrm>
            <a:off x="3387716" y="1700808"/>
            <a:ext cx="3102369" cy="4099560"/>
          </a:xfrm>
          <a:custGeom>
            <a:avLst/>
            <a:gdLst>
              <a:gd name="connsiteX0" fmla="*/ 0 w 2747010"/>
              <a:gd name="connsiteY0" fmla="*/ 0 h 3629978"/>
              <a:gd name="connsiteX1" fmla="*/ 196215 w 2747010"/>
              <a:gd name="connsiteY1" fmla="*/ 0 h 3629978"/>
              <a:gd name="connsiteX2" fmla="*/ 579120 w 2747010"/>
              <a:gd name="connsiteY2" fmla="*/ 0 h 3629978"/>
              <a:gd name="connsiteX3" fmla="*/ 2550795 w 2747010"/>
              <a:gd name="connsiteY3" fmla="*/ 0 h 3629978"/>
              <a:gd name="connsiteX4" fmla="*/ 2747010 w 2747010"/>
              <a:gd name="connsiteY4" fmla="*/ 196215 h 3629978"/>
              <a:gd name="connsiteX5" fmla="*/ 2747010 w 2747010"/>
              <a:gd name="connsiteY5" fmla="*/ 1118426 h 3629978"/>
              <a:gd name="connsiteX6" fmla="*/ 2712672 w 2747010"/>
              <a:gd name="connsiteY6" fmla="*/ 1226344 h 3629978"/>
              <a:gd name="connsiteX7" fmla="*/ 2354580 w 2747010"/>
              <a:gd name="connsiteY7" fmla="*/ 1765935 h 3629978"/>
              <a:gd name="connsiteX8" fmla="*/ 2354580 w 2747010"/>
              <a:gd name="connsiteY8" fmla="*/ 3433763 h 3629978"/>
              <a:gd name="connsiteX9" fmla="*/ 2158365 w 2747010"/>
              <a:gd name="connsiteY9" fmla="*/ 3629978 h 3629978"/>
              <a:gd name="connsiteX10" fmla="*/ 579120 w 2747010"/>
              <a:gd name="connsiteY10" fmla="*/ 3629978 h 3629978"/>
              <a:gd name="connsiteX11" fmla="*/ 196215 w 2747010"/>
              <a:gd name="connsiteY11" fmla="*/ 3629978 h 3629978"/>
              <a:gd name="connsiteX12" fmla="*/ 0 w 2747010"/>
              <a:gd name="connsiteY12" fmla="*/ 3629978 h 3629978"/>
              <a:gd name="connsiteX13" fmla="*/ 0 w 2747010"/>
              <a:gd name="connsiteY13" fmla="*/ 3433763 h 3629978"/>
              <a:gd name="connsiteX14" fmla="*/ 0 w 2747010"/>
              <a:gd name="connsiteY14" fmla="*/ 3271838 h 3629978"/>
              <a:gd name="connsiteX15" fmla="*/ 0 w 2747010"/>
              <a:gd name="connsiteY15" fmla="*/ 358140 h 3629978"/>
              <a:gd name="connsiteX16" fmla="*/ 0 w 2747010"/>
              <a:gd name="connsiteY16" fmla="*/ 196215 h 362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47010" h="3629978">
                <a:moveTo>
                  <a:pt x="0" y="0"/>
                </a:moveTo>
                <a:lnTo>
                  <a:pt x="196215" y="0"/>
                </a:lnTo>
                <a:lnTo>
                  <a:pt x="579120" y="0"/>
                </a:lnTo>
                <a:lnTo>
                  <a:pt x="2550795" y="0"/>
                </a:lnTo>
                <a:cubicBezTo>
                  <a:pt x="2658713" y="0"/>
                  <a:pt x="2747010" y="88297"/>
                  <a:pt x="2747010" y="196215"/>
                </a:cubicBezTo>
                <a:lnTo>
                  <a:pt x="2747010" y="1118426"/>
                </a:lnTo>
                <a:cubicBezTo>
                  <a:pt x="2747010" y="1157668"/>
                  <a:pt x="2737199" y="1196912"/>
                  <a:pt x="2712672" y="1226344"/>
                </a:cubicBezTo>
                <a:lnTo>
                  <a:pt x="2354580" y="1765935"/>
                </a:lnTo>
                <a:lnTo>
                  <a:pt x="2354580" y="3433763"/>
                </a:lnTo>
                <a:cubicBezTo>
                  <a:pt x="2354580" y="3541681"/>
                  <a:pt x="2266283" y="3629978"/>
                  <a:pt x="2158365" y="3629978"/>
                </a:cubicBezTo>
                <a:lnTo>
                  <a:pt x="579120" y="3629978"/>
                </a:lnTo>
                <a:lnTo>
                  <a:pt x="196215" y="3629978"/>
                </a:lnTo>
                <a:lnTo>
                  <a:pt x="0" y="3629978"/>
                </a:lnTo>
                <a:lnTo>
                  <a:pt x="0" y="3433763"/>
                </a:lnTo>
                <a:lnTo>
                  <a:pt x="0" y="3271838"/>
                </a:lnTo>
                <a:lnTo>
                  <a:pt x="0" y="358140"/>
                </a:lnTo>
                <a:lnTo>
                  <a:pt x="0" y="196215"/>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C325AD91-DB9A-70D1-7EAF-283272E7AE1B}"/>
              </a:ext>
            </a:extLst>
          </p:cNvPr>
          <p:cNvSpPr/>
          <p:nvPr/>
        </p:nvSpPr>
        <p:spPr>
          <a:xfrm>
            <a:off x="3233592" y="1700808"/>
            <a:ext cx="1003160" cy="4099560"/>
          </a:xfrm>
          <a:custGeom>
            <a:avLst/>
            <a:gdLst>
              <a:gd name="connsiteX0" fmla="*/ 0 w 1003160"/>
              <a:gd name="connsiteY0" fmla="*/ 0 h 4099560"/>
              <a:gd name="connsiteX1" fmla="*/ 913490 w 1003160"/>
              <a:gd name="connsiteY1" fmla="*/ 0 h 4099560"/>
              <a:gd name="connsiteX2" fmla="*/ 938066 w 1003160"/>
              <a:gd name="connsiteY2" fmla="*/ 16606 h 4099560"/>
              <a:gd name="connsiteX3" fmla="*/ 1003160 w 1003160"/>
              <a:gd name="connsiteY3" fmla="*/ 173109 h 4099560"/>
              <a:gd name="connsiteX4" fmla="*/ 1003160 w 1003160"/>
              <a:gd name="connsiteY4" fmla="*/ 221598 h 4099560"/>
              <a:gd name="connsiteX5" fmla="*/ 1003160 w 1003160"/>
              <a:gd name="connsiteY5" fmla="*/ 425252 h 4099560"/>
              <a:gd name="connsiteX6" fmla="*/ 1003160 w 1003160"/>
              <a:gd name="connsiteY6" fmla="*/ 878563 h 4099560"/>
              <a:gd name="connsiteX7" fmla="*/ 1003160 w 1003160"/>
              <a:gd name="connsiteY7" fmla="*/ 1263108 h 4099560"/>
              <a:gd name="connsiteX8" fmla="*/ 1003160 w 1003160"/>
              <a:gd name="connsiteY8" fmla="*/ 1341571 h 4099560"/>
              <a:gd name="connsiteX9" fmla="*/ 964380 w 1003160"/>
              <a:gd name="connsiteY9" fmla="*/ 1463450 h 4099560"/>
              <a:gd name="connsiteX10" fmla="*/ 559965 w 1003160"/>
              <a:gd name="connsiteY10" fmla="*/ 2072843 h 4099560"/>
              <a:gd name="connsiteX11" fmla="*/ 559965 w 1003160"/>
              <a:gd name="connsiteY11" fmla="*/ 2894399 h 4099560"/>
              <a:gd name="connsiteX12" fmla="*/ 559965 w 1003160"/>
              <a:gd name="connsiteY12" fmla="*/ 3530912 h 4099560"/>
              <a:gd name="connsiteX13" fmla="*/ 559966 w 1003160"/>
              <a:gd name="connsiteY13" fmla="*/ 3530912 h 4099560"/>
              <a:gd name="connsiteX14" fmla="*/ 559966 w 1003160"/>
              <a:gd name="connsiteY14" fmla="*/ 3926450 h 4099560"/>
              <a:gd name="connsiteX15" fmla="*/ 494871 w 1003160"/>
              <a:gd name="connsiteY15" fmla="*/ 4082954 h 4099560"/>
              <a:gd name="connsiteX16" fmla="*/ 470294 w 1003160"/>
              <a:gd name="connsiteY16" fmla="*/ 4099560 h 4099560"/>
              <a:gd name="connsiteX17" fmla="*/ 1 w 1003160"/>
              <a:gd name="connsiteY17" fmla="*/ 4099560 h 4099560"/>
              <a:gd name="connsiteX18" fmla="*/ 0 w 1003160"/>
              <a:gd name="connsiteY18" fmla="*/ 4099560 h 4099560"/>
              <a:gd name="connsiteX19" fmla="*/ 0 w 1003160"/>
              <a:gd name="connsiteY19" fmla="*/ 425252 h 409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03160" h="4099560">
                <a:moveTo>
                  <a:pt x="0" y="0"/>
                </a:moveTo>
                <a:lnTo>
                  <a:pt x="913490" y="0"/>
                </a:lnTo>
                <a:lnTo>
                  <a:pt x="938066" y="16606"/>
                </a:lnTo>
                <a:cubicBezTo>
                  <a:pt x="978230" y="56770"/>
                  <a:pt x="1003160" y="112170"/>
                  <a:pt x="1003160" y="173109"/>
                </a:cubicBezTo>
                <a:lnTo>
                  <a:pt x="1003160" y="221598"/>
                </a:lnTo>
                <a:lnTo>
                  <a:pt x="1003160" y="425252"/>
                </a:lnTo>
                <a:lnTo>
                  <a:pt x="1003160" y="878563"/>
                </a:lnTo>
                <a:lnTo>
                  <a:pt x="1003160" y="1263108"/>
                </a:lnTo>
                <a:lnTo>
                  <a:pt x="1003160" y="1341571"/>
                </a:lnTo>
                <a:cubicBezTo>
                  <a:pt x="1003160" y="1385890"/>
                  <a:pt x="992080" y="1430210"/>
                  <a:pt x="964380" y="1463450"/>
                </a:cubicBezTo>
                <a:lnTo>
                  <a:pt x="559965" y="2072843"/>
                </a:lnTo>
                <a:lnTo>
                  <a:pt x="559965" y="2894399"/>
                </a:lnTo>
                <a:lnTo>
                  <a:pt x="559965" y="3530912"/>
                </a:lnTo>
                <a:lnTo>
                  <a:pt x="559966" y="3530912"/>
                </a:lnTo>
                <a:lnTo>
                  <a:pt x="559966" y="3926450"/>
                </a:lnTo>
                <a:cubicBezTo>
                  <a:pt x="559966" y="3987390"/>
                  <a:pt x="535036" y="4042789"/>
                  <a:pt x="494871" y="4082954"/>
                </a:cubicBezTo>
                <a:lnTo>
                  <a:pt x="470294" y="4099560"/>
                </a:lnTo>
                <a:lnTo>
                  <a:pt x="1" y="4099560"/>
                </a:lnTo>
                <a:lnTo>
                  <a:pt x="0" y="4099560"/>
                </a:lnTo>
                <a:lnTo>
                  <a:pt x="0" y="425252"/>
                </a:lnTo>
                <a:close/>
              </a:path>
            </a:pathLst>
          </a:cu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A9B7D805-6FEE-BF30-21BA-C2FC98D3F036}"/>
              </a:ext>
            </a:extLst>
          </p:cNvPr>
          <p:cNvSpPr/>
          <p:nvPr/>
        </p:nvSpPr>
        <p:spPr>
          <a:xfrm>
            <a:off x="961864" y="1700808"/>
            <a:ext cx="3102369" cy="4099560"/>
          </a:xfrm>
          <a:custGeom>
            <a:avLst/>
            <a:gdLst>
              <a:gd name="connsiteX0" fmla="*/ 196215 w 2747010"/>
              <a:gd name="connsiteY0" fmla="*/ 0 h 3629978"/>
              <a:gd name="connsiteX1" fmla="*/ 2550795 w 2747010"/>
              <a:gd name="connsiteY1" fmla="*/ 0 h 3629978"/>
              <a:gd name="connsiteX2" fmla="*/ 2747010 w 2747010"/>
              <a:gd name="connsiteY2" fmla="*/ 196215 h 3629978"/>
              <a:gd name="connsiteX3" fmla="*/ 2747010 w 2747010"/>
              <a:gd name="connsiteY3" fmla="*/ 1118426 h 3629978"/>
              <a:gd name="connsiteX4" fmla="*/ 2712672 w 2747010"/>
              <a:gd name="connsiteY4" fmla="*/ 1226344 h 3629978"/>
              <a:gd name="connsiteX5" fmla="*/ 2354580 w 2747010"/>
              <a:gd name="connsiteY5" fmla="*/ 1765935 h 3629978"/>
              <a:gd name="connsiteX6" fmla="*/ 2354580 w 2747010"/>
              <a:gd name="connsiteY6" fmla="*/ 3433763 h 3629978"/>
              <a:gd name="connsiteX7" fmla="*/ 2158365 w 2747010"/>
              <a:gd name="connsiteY7" fmla="*/ 3629978 h 3629978"/>
              <a:gd name="connsiteX8" fmla="*/ 196215 w 2747010"/>
              <a:gd name="connsiteY8" fmla="*/ 3629978 h 3629978"/>
              <a:gd name="connsiteX9" fmla="*/ 0 w 2747010"/>
              <a:gd name="connsiteY9" fmla="*/ 3433763 h 3629978"/>
              <a:gd name="connsiteX10" fmla="*/ 0 w 2747010"/>
              <a:gd name="connsiteY10" fmla="*/ 196215 h 3629978"/>
              <a:gd name="connsiteX11" fmla="*/ 196215 w 2747010"/>
              <a:gd name="connsiteY11" fmla="*/ 0 h 362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47010" h="3629978">
                <a:moveTo>
                  <a:pt x="196215" y="0"/>
                </a:moveTo>
                <a:lnTo>
                  <a:pt x="2550795" y="0"/>
                </a:lnTo>
                <a:cubicBezTo>
                  <a:pt x="2658713" y="0"/>
                  <a:pt x="2747010" y="88297"/>
                  <a:pt x="2747010" y="196215"/>
                </a:cubicBezTo>
                <a:lnTo>
                  <a:pt x="2747010" y="1118426"/>
                </a:lnTo>
                <a:cubicBezTo>
                  <a:pt x="2747010" y="1157668"/>
                  <a:pt x="2737199" y="1196912"/>
                  <a:pt x="2712672" y="1226344"/>
                </a:cubicBezTo>
                <a:lnTo>
                  <a:pt x="2354580" y="1765935"/>
                </a:lnTo>
                <a:lnTo>
                  <a:pt x="2354580" y="3433763"/>
                </a:lnTo>
                <a:cubicBezTo>
                  <a:pt x="2354580" y="3541681"/>
                  <a:pt x="2266283" y="3629978"/>
                  <a:pt x="2158365" y="3629978"/>
                </a:cubicBezTo>
                <a:lnTo>
                  <a:pt x="196215" y="3629978"/>
                </a:lnTo>
                <a:cubicBezTo>
                  <a:pt x="88297" y="3629978"/>
                  <a:pt x="0" y="3541681"/>
                  <a:pt x="0" y="3433763"/>
                </a:cubicBezTo>
                <a:lnTo>
                  <a:pt x="0" y="196215"/>
                </a:lnTo>
                <a:cubicBezTo>
                  <a:pt x="0" y="88297"/>
                  <a:pt x="88297" y="0"/>
                  <a:pt x="196215"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1"/>
              </a:solidFill>
            </a:endParaRPr>
          </a:p>
        </p:txBody>
      </p:sp>
      <p:sp>
        <p:nvSpPr>
          <p:cNvPr id="42" name="TextBox 41">
            <a:extLst>
              <a:ext uri="{FF2B5EF4-FFF2-40B4-BE49-F238E27FC236}">
                <a16:creationId xmlns:a16="http://schemas.microsoft.com/office/drawing/2014/main" id="{431C3F9B-50B9-6A2B-D392-A01933AA0654}"/>
              </a:ext>
            </a:extLst>
          </p:cNvPr>
          <p:cNvSpPr txBox="1"/>
          <p:nvPr/>
        </p:nvSpPr>
        <p:spPr>
          <a:xfrm>
            <a:off x="2804561" y="1760550"/>
            <a:ext cx="957748" cy="707886"/>
          </a:xfrm>
          <a:prstGeom prst="rect">
            <a:avLst/>
          </a:prstGeom>
          <a:noFill/>
        </p:spPr>
        <p:txBody>
          <a:bodyPr wrap="square" rtlCol="0" anchor="ctr">
            <a:spAutoFit/>
          </a:bodyPr>
          <a:lstStyle/>
          <a:p>
            <a:pPr algn="ctr"/>
            <a:r>
              <a:rPr lang="en-US" sz="4000" b="1" dirty="0"/>
              <a:t>01</a:t>
            </a:r>
          </a:p>
        </p:txBody>
      </p:sp>
      <p:sp>
        <p:nvSpPr>
          <p:cNvPr id="43" name="TextBox 42">
            <a:extLst>
              <a:ext uri="{FF2B5EF4-FFF2-40B4-BE49-F238E27FC236}">
                <a16:creationId xmlns:a16="http://schemas.microsoft.com/office/drawing/2014/main" id="{0E44FE8E-D0A8-53B0-7A41-D82DE8A9ED6B}"/>
              </a:ext>
            </a:extLst>
          </p:cNvPr>
          <p:cNvSpPr txBox="1"/>
          <p:nvPr/>
        </p:nvSpPr>
        <p:spPr>
          <a:xfrm>
            <a:off x="5185001" y="1760550"/>
            <a:ext cx="1003160" cy="707886"/>
          </a:xfrm>
          <a:prstGeom prst="rect">
            <a:avLst/>
          </a:prstGeom>
          <a:noFill/>
        </p:spPr>
        <p:txBody>
          <a:bodyPr wrap="square" rtlCol="0" anchor="ctr">
            <a:spAutoFit/>
          </a:bodyPr>
          <a:lstStyle/>
          <a:p>
            <a:pPr algn="ctr"/>
            <a:r>
              <a:rPr lang="en-US" sz="4000" b="1" dirty="0"/>
              <a:t>02</a:t>
            </a:r>
          </a:p>
        </p:txBody>
      </p:sp>
      <p:sp>
        <p:nvSpPr>
          <p:cNvPr id="44" name="TextBox 43">
            <a:extLst>
              <a:ext uri="{FF2B5EF4-FFF2-40B4-BE49-F238E27FC236}">
                <a16:creationId xmlns:a16="http://schemas.microsoft.com/office/drawing/2014/main" id="{7F6E8D2F-EE72-D1E4-0559-E4BEC04969A2}"/>
              </a:ext>
            </a:extLst>
          </p:cNvPr>
          <p:cNvSpPr txBox="1"/>
          <p:nvPr/>
        </p:nvSpPr>
        <p:spPr>
          <a:xfrm>
            <a:off x="7754261" y="1760550"/>
            <a:ext cx="822960" cy="707886"/>
          </a:xfrm>
          <a:prstGeom prst="rect">
            <a:avLst/>
          </a:prstGeom>
          <a:noFill/>
        </p:spPr>
        <p:txBody>
          <a:bodyPr wrap="square" rtlCol="0" anchor="ctr">
            <a:spAutoFit/>
          </a:bodyPr>
          <a:lstStyle/>
          <a:p>
            <a:pPr algn="ctr"/>
            <a:r>
              <a:rPr lang="en-US" sz="4000" b="1" dirty="0"/>
              <a:t>03</a:t>
            </a:r>
          </a:p>
        </p:txBody>
      </p:sp>
      <p:grpSp>
        <p:nvGrpSpPr>
          <p:cNvPr id="45" name="Group 44">
            <a:extLst>
              <a:ext uri="{FF2B5EF4-FFF2-40B4-BE49-F238E27FC236}">
                <a16:creationId xmlns:a16="http://schemas.microsoft.com/office/drawing/2014/main" id="{C3C9108E-5964-FF81-1131-0C7EA75D24A3}"/>
              </a:ext>
            </a:extLst>
          </p:cNvPr>
          <p:cNvGrpSpPr/>
          <p:nvPr/>
        </p:nvGrpSpPr>
        <p:grpSpPr>
          <a:xfrm>
            <a:off x="1374004" y="3357784"/>
            <a:ext cx="1926038" cy="2105269"/>
            <a:chOff x="289625" y="2234962"/>
            <a:chExt cx="3091740" cy="2105269"/>
          </a:xfrm>
        </p:grpSpPr>
        <p:sp>
          <p:nvSpPr>
            <p:cNvPr id="46" name="TextBox 45">
              <a:extLst>
                <a:ext uri="{FF2B5EF4-FFF2-40B4-BE49-F238E27FC236}">
                  <a16:creationId xmlns:a16="http://schemas.microsoft.com/office/drawing/2014/main" id="{2E33BEA8-E07A-EF37-8EAC-ADA187E44D6B}"/>
                </a:ext>
              </a:extLst>
            </p:cNvPr>
            <p:cNvSpPr txBox="1"/>
            <p:nvPr/>
          </p:nvSpPr>
          <p:spPr>
            <a:xfrm>
              <a:off x="435454" y="2234962"/>
              <a:ext cx="2926080" cy="461665"/>
            </a:xfrm>
            <a:prstGeom prst="rect">
              <a:avLst/>
            </a:prstGeom>
            <a:noFill/>
          </p:spPr>
          <p:txBody>
            <a:bodyPr wrap="square" lIns="0" rIns="0" rtlCol="0" anchor="b">
              <a:spAutoFit/>
            </a:bodyPr>
            <a:lstStyle/>
            <a:p>
              <a:pPr algn="ctr"/>
              <a:r>
                <a:rPr lang="en-US" sz="2400" b="1" noProof="1"/>
                <a:t>Upskilling</a:t>
              </a:r>
            </a:p>
          </p:txBody>
        </p:sp>
        <p:sp>
          <p:nvSpPr>
            <p:cNvPr id="50" name="TextBox 49">
              <a:extLst>
                <a:ext uri="{FF2B5EF4-FFF2-40B4-BE49-F238E27FC236}">
                  <a16:creationId xmlns:a16="http://schemas.microsoft.com/office/drawing/2014/main" id="{74293A23-ECFA-DF70-C99F-2D991A1D8969}"/>
                </a:ext>
              </a:extLst>
            </p:cNvPr>
            <p:cNvSpPr txBox="1"/>
            <p:nvPr/>
          </p:nvSpPr>
          <p:spPr>
            <a:xfrm>
              <a:off x="289625" y="2955236"/>
              <a:ext cx="3091740" cy="1384995"/>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200" noProof="1"/>
                <a:t>Curated learning paths based on your skill gaps.</a:t>
              </a:r>
            </a:p>
            <a:p>
              <a:pPr marL="171450" indent="-171450">
                <a:buFont typeface="Arial" panose="020B0604020202020204" pitchFamily="34" charset="0"/>
                <a:buChar char="•"/>
              </a:pPr>
              <a:r>
                <a:rPr lang="en-US" sz="1200" noProof="1"/>
                <a:t>Prioritized “what to learn next” by role readiness.</a:t>
              </a:r>
            </a:p>
            <a:p>
              <a:pPr marL="171450" indent="-171450">
                <a:buFont typeface="Arial" panose="020B0604020202020204" pitchFamily="34" charset="0"/>
                <a:buChar char="•"/>
              </a:pPr>
              <a:r>
                <a:rPr lang="en-US" sz="1200" noProof="1"/>
                <a:t>Track learning momentum and focus areas.</a:t>
              </a:r>
            </a:p>
          </p:txBody>
        </p:sp>
      </p:grpSp>
      <p:grpSp>
        <p:nvGrpSpPr>
          <p:cNvPr id="51" name="Group 50">
            <a:extLst>
              <a:ext uri="{FF2B5EF4-FFF2-40B4-BE49-F238E27FC236}">
                <a16:creationId xmlns:a16="http://schemas.microsoft.com/office/drawing/2014/main" id="{F6FCE5DF-F900-E558-8D5A-666F43774A81}"/>
              </a:ext>
            </a:extLst>
          </p:cNvPr>
          <p:cNvGrpSpPr/>
          <p:nvPr/>
        </p:nvGrpSpPr>
        <p:grpSpPr>
          <a:xfrm>
            <a:off x="3719736" y="3247061"/>
            <a:ext cx="2604709" cy="2271157"/>
            <a:chOff x="-112246" y="2124239"/>
            <a:chExt cx="4181165" cy="2271157"/>
          </a:xfrm>
        </p:grpSpPr>
        <p:sp>
          <p:nvSpPr>
            <p:cNvPr id="52" name="TextBox 51">
              <a:extLst>
                <a:ext uri="{FF2B5EF4-FFF2-40B4-BE49-F238E27FC236}">
                  <a16:creationId xmlns:a16="http://schemas.microsoft.com/office/drawing/2014/main" id="{A7D8437D-8685-2754-BC6A-A78DAC168631}"/>
                </a:ext>
              </a:extLst>
            </p:cNvPr>
            <p:cNvSpPr txBox="1"/>
            <p:nvPr/>
          </p:nvSpPr>
          <p:spPr>
            <a:xfrm>
              <a:off x="-112246" y="2124239"/>
              <a:ext cx="4181165" cy="830997"/>
            </a:xfrm>
            <a:prstGeom prst="rect">
              <a:avLst/>
            </a:prstGeom>
            <a:noFill/>
          </p:spPr>
          <p:txBody>
            <a:bodyPr wrap="square" lIns="0" rIns="0" rtlCol="0" anchor="b">
              <a:spAutoFit/>
            </a:bodyPr>
            <a:lstStyle/>
            <a:p>
              <a:pPr algn="ctr"/>
              <a:r>
                <a:rPr lang="en-US" sz="2400" b="1" noProof="1"/>
                <a:t>Interview </a:t>
              </a:r>
            </a:p>
            <a:p>
              <a:pPr algn="ctr"/>
              <a:r>
                <a:rPr lang="en-US" sz="2400" b="1" noProof="1"/>
                <a:t>Ready</a:t>
              </a:r>
            </a:p>
          </p:txBody>
        </p:sp>
        <p:sp>
          <p:nvSpPr>
            <p:cNvPr id="53" name="TextBox 52">
              <a:extLst>
                <a:ext uri="{FF2B5EF4-FFF2-40B4-BE49-F238E27FC236}">
                  <a16:creationId xmlns:a16="http://schemas.microsoft.com/office/drawing/2014/main" id="{18A998C5-5C47-BC1E-D5E6-2DB81F21DFAD}"/>
                </a:ext>
              </a:extLst>
            </p:cNvPr>
            <p:cNvSpPr txBox="1"/>
            <p:nvPr/>
          </p:nvSpPr>
          <p:spPr>
            <a:xfrm>
              <a:off x="118933" y="3010401"/>
              <a:ext cx="3547637" cy="1384995"/>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200" noProof="1"/>
                <a:t>Role‑based question bank (technical &amp; situational).</a:t>
              </a:r>
            </a:p>
            <a:p>
              <a:pPr marL="171450" indent="-171450">
                <a:buFont typeface="Arial" panose="020B0604020202020204" pitchFamily="34" charset="0"/>
                <a:buChar char="•"/>
              </a:pPr>
              <a:r>
                <a:rPr lang="en-US" sz="1200" noProof="1"/>
                <a:t>Practice sets with instant feedback and improvement tips.</a:t>
              </a:r>
            </a:p>
            <a:p>
              <a:pPr marL="171450" indent="-171450">
                <a:buFont typeface="Arial" panose="020B0604020202020204" pitchFamily="34" charset="0"/>
                <a:buChar char="•"/>
              </a:pPr>
              <a:r>
                <a:rPr lang="en-US" sz="1200" noProof="1"/>
                <a:t>Exportable report of strengths and focus areas.</a:t>
              </a:r>
            </a:p>
          </p:txBody>
        </p:sp>
      </p:grpSp>
      <p:grpSp>
        <p:nvGrpSpPr>
          <p:cNvPr id="54" name="Group 53">
            <a:extLst>
              <a:ext uri="{FF2B5EF4-FFF2-40B4-BE49-F238E27FC236}">
                <a16:creationId xmlns:a16="http://schemas.microsoft.com/office/drawing/2014/main" id="{B1C5BA90-DB99-B3E4-5412-3C31035B934E}"/>
              </a:ext>
            </a:extLst>
          </p:cNvPr>
          <p:cNvGrpSpPr/>
          <p:nvPr/>
        </p:nvGrpSpPr>
        <p:grpSpPr>
          <a:xfrm>
            <a:off x="6379632" y="3213963"/>
            <a:ext cx="2092632" cy="2433754"/>
            <a:chOff x="332936" y="2203844"/>
            <a:chExt cx="3293119" cy="2158988"/>
          </a:xfrm>
        </p:grpSpPr>
        <p:sp>
          <p:nvSpPr>
            <p:cNvPr id="55" name="TextBox 54">
              <a:extLst>
                <a:ext uri="{FF2B5EF4-FFF2-40B4-BE49-F238E27FC236}">
                  <a16:creationId xmlns:a16="http://schemas.microsoft.com/office/drawing/2014/main" id="{4746DD68-1AF3-B5BE-BBD8-B7A0AF38F238}"/>
                </a:ext>
              </a:extLst>
            </p:cNvPr>
            <p:cNvSpPr txBox="1"/>
            <p:nvPr/>
          </p:nvSpPr>
          <p:spPr>
            <a:xfrm>
              <a:off x="453177" y="2203844"/>
              <a:ext cx="2926080" cy="737179"/>
            </a:xfrm>
            <a:prstGeom prst="rect">
              <a:avLst/>
            </a:prstGeom>
            <a:noFill/>
          </p:spPr>
          <p:txBody>
            <a:bodyPr wrap="square" lIns="0" rIns="0" rtlCol="0" anchor="b">
              <a:spAutoFit/>
            </a:bodyPr>
            <a:lstStyle/>
            <a:p>
              <a:pPr algn="ctr"/>
              <a:r>
                <a:rPr lang="en-US" sz="2400" b="1" noProof="1"/>
                <a:t>Know Your Role</a:t>
              </a:r>
            </a:p>
          </p:txBody>
        </p:sp>
        <p:sp>
          <p:nvSpPr>
            <p:cNvPr id="56" name="TextBox 55">
              <a:extLst>
                <a:ext uri="{FF2B5EF4-FFF2-40B4-BE49-F238E27FC236}">
                  <a16:creationId xmlns:a16="http://schemas.microsoft.com/office/drawing/2014/main" id="{D5577B74-48B9-1F01-503C-3F23510E15EE}"/>
                </a:ext>
              </a:extLst>
            </p:cNvPr>
            <p:cNvSpPr txBox="1"/>
            <p:nvPr/>
          </p:nvSpPr>
          <p:spPr>
            <a:xfrm>
              <a:off x="332936" y="2970384"/>
              <a:ext cx="3293119" cy="1392448"/>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200" noProof="1"/>
                <a:t>Role overview: responsibilities, expectations, and skills.</a:t>
              </a:r>
            </a:p>
            <a:p>
              <a:pPr marL="171450" indent="-171450">
                <a:buFont typeface="Arial" panose="020B0604020202020204" pitchFamily="34" charset="0"/>
                <a:buChar char="•"/>
              </a:pPr>
              <a:r>
                <a:rPr lang="en-US" sz="1200" noProof="1"/>
                <a:t>Key terms, tools, and competency levels explained.</a:t>
              </a:r>
            </a:p>
            <a:p>
              <a:pPr marL="171450" indent="-171450">
                <a:buFont typeface="Arial" panose="020B0604020202020204" pitchFamily="34" charset="0"/>
                <a:buChar char="•"/>
              </a:pPr>
              <a:r>
                <a:rPr lang="en-US" sz="1200" noProof="1"/>
                <a:t>Clear roadmap to move to the next role.</a:t>
              </a:r>
            </a:p>
          </p:txBody>
        </p:sp>
      </p:grpSp>
      <p:pic>
        <p:nvPicPr>
          <p:cNvPr id="57" name="Graphic 56" descr="Rocket with solid fill">
            <a:extLst>
              <a:ext uri="{FF2B5EF4-FFF2-40B4-BE49-F238E27FC236}">
                <a16:creationId xmlns:a16="http://schemas.microsoft.com/office/drawing/2014/main" id="{D400BDF8-7AC0-2FB7-477F-1AFF2475F51D}"/>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960672" y="2421874"/>
            <a:ext cx="822960" cy="822960"/>
          </a:xfrm>
          <a:prstGeom prst="rect">
            <a:avLst/>
          </a:prstGeom>
        </p:spPr>
      </p:pic>
      <p:pic>
        <p:nvPicPr>
          <p:cNvPr id="58" name="Graphic 57" descr="Lights On with solid fill">
            <a:extLst>
              <a:ext uri="{FF2B5EF4-FFF2-40B4-BE49-F238E27FC236}">
                <a16:creationId xmlns:a16="http://schemas.microsoft.com/office/drawing/2014/main" id="{8577D106-F25D-C18D-9C06-086A92A41FA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696976" y="2349866"/>
            <a:ext cx="822960" cy="822960"/>
          </a:xfrm>
          <a:prstGeom prst="rect">
            <a:avLst/>
          </a:prstGeom>
        </p:spPr>
      </p:pic>
      <p:pic>
        <p:nvPicPr>
          <p:cNvPr id="59" name="Graphic 58" descr="Gears with solid fill">
            <a:extLst>
              <a:ext uri="{FF2B5EF4-FFF2-40B4-BE49-F238E27FC236}">
                <a16:creationId xmlns:a16="http://schemas.microsoft.com/office/drawing/2014/main" id="{AC59CDAE-7432-6BE9-95CC-43D5FA9B867D}"/>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145248" y="2391002"/>
            <a:ext cx="822960" cy="822960"/>
          </a:xfrm>
          <a:prstGeom prst="rect">
            <a:avLst/>
          </a:prstGeom>
        </p:spPr>
      </p:pic>
      <p:sp>
        <p:nvSpPr>
          <p:cNvPr id="60" name="TextBox 59">
            <a:extLst>
              <a:ext uri="{FF2B5EF4-FFF2-40B4-BE49-F238E27FC236}">
                <a16:creationId xmlns:a16="http://schemas.microsoft.com/office/drawing/2014/main" id="{83108E4A-D5C2-E756-CDFA-A157B5C423BF}"/>
              </a:ext>
            </a:extLst>
          </p:cNvPr>
          <p:cNvSpPr txBox="1"/>
          <p:nvPr/>
        </p:nvSpPr>
        <p:spPr>
          <a:xfrm>
            <a:off x="10159321" y="1763803"/>
            <a:ext cx="825356" cy="707886"/>
          </a:xfrm>
          <a:prstGeom prst="rect">
            <a:avLst/>
          </a:prstGeom>
          <a:noFill/>
        </p:spPr>
        <p:txBody>
          <a:bodyPr wrap="square" rtlCol="0" anchor="ctr">
            <a:spAutoFit/>
          </a:bodyPr>
          <a:lstStyle>
            <a:defPPr>
              <a:defRPr lang="en-US"/>
            </a:defPPr>
            <a:lvl1pPr algn="ctr">
              <a:defRPr sz="4000" b="1"/>
            </a:lvl1pPr>
          </a:lstStyle>
          <a:p>
            <a:r>
              <a:rPr lang="en-US" dirty="0"/>
              <a:t>04</a:t>
            </a:r>
          </a:p>
        </p:txBody>
      </p:sp>
      <p:grpSp>
        <p:nvGrpSpPr>
          <p:cNvPr id="61" name="Group 60">
            <a:extLst>
              <a:ext uri="{FF2B5EF4-FFF2-40B4-BE49-F238E27FC236}">
                <a16:creationId xmlns:a16="http://schemas.microsoft.com/office/drawing/2014/main" id="{FD13AA61-34BF-1479-EAB0-C5A533C8305C}"/>
              </a:ext>
            </a:extLst>
          </p:cNvPr>
          <p:cNvGrpSpPr/>
          <p:nvPr/>
        </p:nvGrpSpPr>
        <p:grpSpPr>
          <a:xfrm>
            <a:off x="8688288" y="3213962"/>
            <a:ext cx="2075419" cy="2448273"/>
            <a:chOff x="159099" y="2203844"/>
            <a:chExt cx="3266031" cy="2171868"/>
          </a:xfrm>
        </p:grpSpPr>
        <p:sp>
          <p:nvSpPr>
            <p:cNvPr id="62" name="TextBox 61">
              <a:extLst>
                <a:ext uri="{FF2B5EF4-FFF2-40B4-BE49-F238E27FC236}">
                  <a16:creationId xmlns:a16="http://schemas.microsoft.com/office/drawing/2014/main" id="{7CD7E09A-BF89-684F-00A7-E30419E40C0B}"/>
                </a:ext>
              </a:extLst>
            </p:cNvPr>
            <p:cNvSpPr txBox="1"/>
            <p:nvPr/>
          </p:nvSpPr>
          <p:spPr>
            <a:xfrm>
              <a:off x="499050" y="2203844"/>
              <a:ext cx="2926080" cy="737179"/>
            </a:xfrm>
            <a:prstGeom prst="rect">
              <a:avLst/>
            </a:prstGeom>
            <a:noFill/>
          </p:spPr>
          <p:txBody>
            <a:bodyPr wrap="square" lIns="0" rIns="0" rtlCol="0" anchor="b">
              <a:spAutoFit/>
            </a:bodyPr>
            <a:lstStyle/>
            <a:p>
              <a:pPr algn="ctr"/>
              <a:r>
                <a:rPr lang="en-US" sz="2400" b="1" noProof="1"/>
                <a:t>AI in Your Role</a:t>
              </a:r>
            </a:p>
          </p:txBody>
        </p:sp>
        <p:sp>
          <p:nvSpPr>
            <p:cNvPr id="63" name="TextBox 62">
              <a:extLst>
                <a:ext uri="{FF2B5EF4-FFF2-40B4-BE49-F238E27FC236}">
                  <a16:creationId xmlns:a16="http://schemas.microsoft.com/office/drawing/2014/main" id="{940CAAC7-A333-A13A-A154-076E719873FD}"/>
                </a:ext>
              </a:extLst>
            </p:cNvPr>
            <p:cNvSpPr txBox="1"/>
            <p:nvPr/>
          </p:nvSpPr>
          <p:spPr>
            <a:xfrm>
              <a:off x="159099" y="2983264"/>
              <a:ext cx="3177627" cy="1392448"/>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200" noProof="1"/>
                <a:t>Practical GenAI use‑cases mapped to your role.</a:t>
              </a:r>
            </a:p>
            <a:p>
              <a:pPr marL="171450" indent="-171450">
                <a:buFont typeface="Arial" panose="020B0604020202020204" pitchFamily="34" charset="0"/>
                <a:buChar char="•"/>
              </a:pPr>
              <a:r>
                <a:rPr lang="en-US" sz="1200" noProof="1"/>
                <a:t>Prompt templates and best practices for daily work.</a:t>
              </a:r>
            </a:p>
            <a:p>
              <a:pPr marL="171450" indent="-171450">
                <a:buFont typeface="Arial" panose="020B0604020202020204" pitchFamily="34" charset="0"/>
                <a:buChar char="•"/>
              </a:pPr>
              <a:r>
                <a:rPr lang="en-US" sz="1200" noProof="1"/>
                <a:t>Guidance on safe, responsible usage and productivity.</a:t>
              </a:r>
            </a:p>
          </p:txBody>
        </p:sp>
      </p:grpSp>
      <p:pic>
        <p:nvPicPr>
          <p:cNvPr id="8" name="Graphic 7" descr="Artificial Intelligence with solid fill">
            <a:extLst>
              <a:ext uri="{FF2B5EF4-FFF2-40B4-BE49-F238E27FC236}">
                <a16:creationId xmlns:a16="http://schemas.microsoft.com/office/drawing/2014/main" id="{DA6C214F-33CA-7F5E-ADB0-E1834B0D27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52384" y="2347861"/>
            <a:ext cx="840165" cy="840165"/>
          </a:xfrm>
          <a:prstGeom prst="rect">
            <a:avLst/>
          </a:prstGeom>
        </p:spPr>
      </p:pic>
      <p:sp>
        <p:nvSpPr>
          <p:cNvPr id="18" name="Rectangle: Rounded Corners 17">
            <a:extLst>
              <a:ext uri="{FF2B5EF4-FFF2-40B4-BE49-F238E27FC236}">
                <a16:creationId xmlns:a16="http://schemas.microsoft.com/office/drawing/2014/main" id="{19EFBC05-9BA8-4038-5C9D-B8CD9F41264D}"/>
              </a:ext>
            </a:extLst>
          </p:cNvPr>
          <p:cNvSpPr/>
          <p:nvPr/>
        </p:nvSpPr>
        <p:spPr>
          <a:xfrm>
            <a:off x="2230304" y="6031473"/>
            <a:ext cx="7608917" cy="292058"/>
          </a:xfrm>
          <a:prstGeom prst="round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accent1"/>
                </a:solidFill>
                <a:hlinkClick r:id="rId6">
                  <a:extLst>
                    <a:ext uri="{A12FA001-AC4F-418D-AE19-62706E023703}">
                      <ahyp:hlinkClr xmlns:ahyp="http://schemas.microsoft.com/office/drawing/2018/hyperlinkcolor" val="tx"/>
                    </a:ext>
                  </a:extLst>
                </a:hlinkClick>
              </a:rPr>
              <a:t>Click Here for Demo of the Internal Tool</a:t>
            </a:r>
            <a:endParaRPr lang="en-US" sz="1400" dirty="0">
              <a:solidFill>
                <a:schemeClr val="accent1"/>
              </a:solidFill>
            </a:endParaRPr>
          </a:p>
        </p:txBody>
      </p:sp>
    </p:spTree>
    <p:extLst>
      <p:ext uri="{BB962C8B-B14F-4D97-AF65-F5344CB8AC3E}">
        <p14:creationId xmlns:p14="http://schemas.microsoft.com/office/powerpoint/2010/main" val="1632010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10D020-47F5-6708-9A1A-86DA63D737DB}"/>
              </a:ext>
            </a:extLst>
          </p:cNvPr>
          <p:cNvSpPr>
            <a:spLocks noGrp="1"/>
          </p:cNvSpPr>
          <p:nvPr>
            <p:ph type="dt" sz="half" idx="18"/>
          </p:nvPr>
        </p:nvSpPr>
        <p:spPr>
          <a:xfrm>
            <a:off x="9809406" y="6650661"/>
            <a:ext cx="1831210" cy="123111"/>
          </a:xfrm>
        </p:spPr>
        <p:txBody>
          <a:bodyPr wrap="none" anchor="ctr">
            <a:normAutofit/>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D712C137-44CE-A365-4254-A2DCB07F29F5}"/>
              </a:ext>
            </a:extLst>
          </p:cNvPr>
          <p:cNvSpPr>
            <a:spLocks noGrp="1"/>
          </p:cNvSpPr>
          <p:nvPr>
            <p:ph type="ftr" sz="quarter" idx="19"/>
          </p:nvPr>
        </p:nvSpPr>
        <p:spPr>
          <a:xfrm>
            <a:off x="550863" y="6650661"/>
            <a:ext cx="4716524" cy="123111"/>
          </a:xfrm>
        </p:spPr>
        <p:txBody>
          <a:bodyPr wrap="none" anchor="ctr">
            <a:normAutofit/>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08896FEF-B7D2-4807-F969-56B7DCE003B1}"/>
              </a:ext>
            </a:extLst>
          </p:cNvPr>
          <p:cNvSpPr>
            <a:spLocks noGrp="1"/>
          </p:cNvSpPr>
          <p:nvPr>
            <p:ph type="sldNum" sz="quarter" idx="20"/>
          </p:nvPr>
        </p:nvSpPr>
        <p:spPr>
          <a:xfrm>
            <a:off x="11778341" y="6650661"/>
            <a:ext cx="232665" cy="123111"/>
          </a:xfrm>
        </p:spPr>
        <p:txBody>
          <a:bodyPr wrap="square" anchor="ctr">
            <a:normAutofit/>
          </a:bodyPr>
          <a:lstStyle/>
          <a:p>
            <a:pPr algn="r">
              <a:spcAft>
                <a:spcPts val="600"/>
              </a:spcAft>
            </a:pPr>
            <a:fld id="{5D9A5160-6218-4E5A-B9E6-B93E3DAE377C}" type="slidenum">
              <a:rPr lang="en-US" smtClean="0"/>
              <a:pPr algn="r">
                <a:spcAft>
                  <a:spcPts val="600"/>
                </a:spcAft>
              </a:pPr>
              <a:t>24</a:t>
            </a:fld>
            <a:endParaRPr lang="en-US"/>
          </a:p>
        </p:txBody>
      </p:sp>
      <p:sp>
        <p:nvSpPr>
          <p:cNvPr id="6" name="Text Placeholder 4">
            <a:extLst>
              <a:ext uri="{FF2B5EF4-FFF2-40B4-BE49-F238E27FC236}">
                <a16:creationId xmlns:a16="http://schemas.microsoft.com/office/drawing/2014/main" id="{0DF2C5ED-D32C-E3EB-F346-CB1F444E1B1E}"/>
              </a:ext>
            </a:extLst>
          </p:cNvPr>
          <p:cNvSpPr txBox="1">
            <a:spLocks/>
          </p:cNvSpPr>
          <p:nvPr/>
        </p:nvSpPr>
        <p:spPr>
          <a:xfrm>
            <a:off x="260721" y="1094706"/>
            <a:ext cx="11091863" cy="24606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i="1" dirty="0" err="1">
                <a:solidFill>
                  <a:schemeClr val="accent2"/>
                </a:solidFill>
              </a:rPr>
              <a:t>Ascendra</a:t>
            </a:r>
            <a:r>
              <a:rPr lang="en-US" sz="1600" i="1" dirty="0">
                <a:solidFill>
                  <a:schemeClr val="accent2"/>
                </a:solidFill>
              </a:rPr>
              <a:t> sub‑module enabling upskilling, interview readiness, and role understanding</a:t>
            </a:r>
          </a:p>
        </p:txBody>
      </p:sp>
      <p:sp>
        <p:nvSpPr>
          <p:cNvPr id="7" name="Title 5">
            <a:extLst>
              <a:ext uri="{FF2B5EF4-FFF2-40B4-BE49-F238E27FC236}">
                <a16:creationId xmlns:a16="http://schemas.microsoft.com/office/drawing/2014/main" id="{4A67BBBA-0790-34DD-2C3B-E9C1B76A4423}"/>
              </a:ext>
            </a:extLst>
          </p:cNvPr>
          <p:cNvSpPr txBox="1">
            <a:spLocks/>
          </p:cNvSpPr>
          <p:nvPr/>
        </p:nvSpPr>
        <p:spPr>
          <a:xfrm>
            <a:off x="260721" y="116632"/>
            <a:ext cx="11091863" cy="930275"/>
          </a:xfrm>
          <a:prstGeom prst="rect">
            <a:avLst/>
          </a:prstGeom>
        </p:spPr>
        <p:txBody>
          <a:bodyPr vert="horz" lIns="0" tIns="0" rIns="0" bIns="12600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a:lstStyle>
          <a:p>
            <a:r>
              <a:rPr lang="en-US" sz="3600" dirty="0">
                <a:solidFill>
                  <a:schemeClr val="bg2"/>
                </a:solidFill>
              </a:rPr>
              <a:t>Implementation Plan for </a:t>
            </a:r>
            <a:r>
              <a:rPr lang="en-US" sz="3600" dirty="0" err="1">
                <a:solidFill>
                  <a:schemeClr val="bg2"/>
                </a:solidFill>
              </a:rPr>
              <a:t>Ascendra</a:t>
            </a:r>
            <a:endParaRPr lang="en-US" sz="3600" dirty="0">
              <a:solidFill>
                <a:schemeClr val="bg2"/>
              </a:solidFill>
            </a:endParaRPr>
          </a:p>
        </p:txBody>
      </p:sp>
      <p:pic>
        <p:nvPicPr>
          <p:cNvPr id="78" name="Picture 77">
            <a:extLst>
              <a:ext uri="{FF2B5EF4-FFF2-40B4-BE49-F238E27FC236}">
                <a16:creationId xmlns:a16="http://schemas.microsoft.com/office/drawing/2014/main" id="{3BF3115B-268A-3483-9433-40877E72AC1F}"/>
              </a:ext>
            </a:extLst>
          </p:cNvPr>
          <p:cNvPicPr>
            <a:picLocks noChangeAspect="1"/>
          </p:cNvPicPr>
          <p:nvPr/>
        </p:nvPicPr>
        <p:blipFill>
          <a:blip r:embed="rId2"/>
          <a:srcRect t="12945" r="-424" b="12201"/>
          <a:stretch>
            <a:fillRect/>
          </a:stretch>
        </p:blipFill>
        <p:spPr>
          <a:xfrm>
            <a:off x="933217" y="1433252"/>
            <a:ext cx="10325566" cy="5133474"/>
          </a:xfrm>
          <a:prstGeom prst="rect">
            <a:avLst/>
          </a:prstGeom>
        </p:spPr>
      </p:pic>
    </p:spTree>
    <p:extLst>
      <p:ext uri="{BB962C8B-B14F-4D97-AF65-F5344CB8AC3E}">
        <p14:creationId xmlns:p14="http://schemas.microsoft.com/office/powerpoint/2010/main" val="471812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51844-87D6-BE5C-957E-EE00467DC6B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0ECA292-830C-10E4-9872-8B0CFBFC8922}"/>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1BC1E7E2-0D0A-E86A-6290-CAE4C264A94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65DACABA-DB9F-EF34-7BFD-EA3A304E4A61}"/>
              </a:ext>
            </a:extLst>
          </p:cNvPr>
          <p:cNvSpPr>
            <a:spLocks noGrp="1"/>
          </p:cNvSpPr>
          <p:nvPr>
            <p:ph type="sldNum" sz="quarter" idx="12"/>
          </p:nvPr>
        </p:nvSpPr>
        <p:spPr/>
        <p:txBody>
          <a:bodyPr/>
          <a:lstStyle/>
          <a:p>
            <a:pPr algn="r"/>
            <a:fld id="{5D9A5160-6218-4E5A-B9E6-B93E3DAE377C}" type="slidenum">
              <a:rPr lang="en-US" smtClean="0"/>
              <a:pPr algn="r"/>
              <a:t>25</a:t>
            </a:fld>
            <a:endParaRPr lang="en-US"/>
          </a:p>
        </p:txBody>
      </p:sp>
      <p:sp>
        <p:nvSpPr>
          <p:cNvPr id="5" name="Date Placeholder 2">
            <a:extLst>
              <a:ext uri="{FF2B5EF4-FFF2-40B4-BE49-F238E27FC236}">
                <a16:creationId xmlns:a16="http://schemas.microsoft.com/office/drawing/2014/main" id="{5E109D9E-7BF8-8DFC-A7CC-DAF7093FBA8B}"/>
              </a:ext>
            </a:extLst>
          </p:cNvPr>
          <p:cNvSpPr txBox="1">
            <a:spLocks/>
          </p:cNvSpPr>
          <p:nvPr/>
        </p:nvSpPr>
        <p:spPr>
          <a:xfrm>
            <a:off x="9809406" y="6650661"/>
            <a:ext cx="1831210" cy="123111"/>
          </a:xfrm>
          <a:prstGeom prst="rect">
            <a:avLst/>
          </a:prstGeom>
        </p:spPr>
        <p:txBody>
          <a:bodyPr wrap="none" lIns="0" tIns="0" rIns="0" bIns="0" anchor="ctr" anchorCtr="0">
            <a:noAutofit/>
          </a:bodyPr>
          <a:lstStyle>
            <a:defPPr>
              <a:defRPr lang="en-PL"/>
            </a:defPPr>
            <a:lvl1pPr marL="0" algn="r" defTabSz="914400" rtl="0" eaLnBrk="1" latinLnBrk="0" hangingPunct="1">
              <a:defRPr lang="de-DE" sz="800" kern="1200" smtClean="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8" name="Footer Placeholder 3">
            <a:extLst>
              <a:ext uri="{FF2B5EF4-FFF2-40B4-BE49-F238E27FC236}">
                <a16:creationId xmlns:a16="http://schemas.microsoft.com/office/drawing/2014/main" id="{FAABA4A1-4AC7-C201-6C82-9F293CE35708}"/>
              </a:ext>
            </a:extLst>
          </p:cNvPr>
          <p:cNvSpPr txBox="1">
            <a:spLocks/>
          </p:cNvSpPr>
          <p:nvPr/>
        </p:nvSpPr>
        <p:spPr>
          <a:xfrm>
            <a:off x="550863" y="6650661"/>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1000"/>
              </a:spcBef>
              <a:buFont typeface="Arial" panose="020B0604020202020204" pitchFamily="34" charset="0"/>
              <a:buNone/>
            </a:pPr>
            <a:r>
              <a:rPr lang="en-US"/>
              <a:t>Presentation Title | Author | Date</a:t>
            </a:r>
          </a:p>
        </p:txBody>
      </p:sp>
      <p:sp>
        <p:nvSpPr>
          <p:cNvPr id="9" name="Slide Number Placeholder 4">
            <a:extLst>
              <a:ext uri="{FF2B5EF4-FFF2-40B4-BE49-F238E27FC236}">
                <a16:creationId xmlns:a16="http://schemas.microsoft.com/office/drawing/2014/main" id="{FC61FC64-2F18-E375-7492-549988234D58}"/>
              </a:ext>
            </a:extLst>
          </p:cNvPr>
          <p:cNvSpPr txBox="1">
            <a:spLocks/>
          </p:cNvSpPr>
          <p:nvPr/>
        </p:nvSpPr>
        <p:spPr>
          <a:xfrm>
            <a:off x="11778341" y="6650661"/>
            <a:ext cx="232665" cy="123111"/>
          </a:xfrm>
          <a:prstGeom prst="rect">
            <a:avLst/>
          </a:prstGeom>
        </p:spPr>
        <p:txBody>
          <a:bodyPr wrap="square" lIns="0" tIns="0" rIns="0" bIns="0" anchor="ctr" anchorCtr="0">
            <a:spAutoFit/>
          </a:bodyPr>
          <a:lstStyle>
            <a:defPPr>
              <a:defRPr lang="en-PL"/>
            </a:defPPr>
            <a:lvl1pPr marL="0" algn="l" defTabSz="914400" rtl="0" eaLnBrk="1" latinLnBrk="0" hangingPunct="1">
              <a:defRPr lang="de-DE" sz="800" b="0" i="0" kern="1200" smtClean="0">
                <a:solidFill>
                  <a:schemeClr val="bg1">
                    <a:lumMod val="65000"/>
                  </a:schemeClr>
                </a:solidFill>
                <a:latin typeface="+mn-lt"/>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9A5160-6218-4E5A-B9E6-B93E3DAE377C}" type="slidenum">
              <a:rPr lang="en-US" smtClean="0"/>
              <a:pPr algn="r"/>
              <a:t>25</a:t>
            </a:fld>
            <a:endParaRPr lang="en-US"/>
          </a:p>
        </p:txBody>
      </p:sp>
      <p:grpSp>
        <p:nvGrpSpPr>
          <p:cNvPr id="10" name="Group 9">
            <a:extLst>
              <a:ext uri="{FF2B5EF4-FFF2-40B4-BE49-F238E27FC236}">
                <a16:creationId xmlns:a16="http://schemas.microsoft.com/office/drawing/2014/main" id="{40AB52EF-4BCC-F450-0A48-4F8AA3E6EC25}"/>
              </a:ext>
            </a:extLst>
          </p:cNvPr>
          <p:cNvGrpSpPr/>
          <p:nvPr/>
        </p:nvGrpSpPr>
        <p:grpSpPr>
          <a:xfrm>
            <a:off x="3863701" y="1490355"/>
            <a:ext cx="2983892" cy="4890973"/>
            <a:chOff x="8203888" y="435072"/>
            <a:chExt cx="3336947" cy="5469674"/>
          </a:xfrm>
        </p:grpSpPr>
        <p:sp>
          <p:nvSpPr>
            <p:cNvPr id="11" name="Forme libre 29">
              <a:extLst>
                <a:ext uri="{FF2B5EF4-FFF2-40B4-BE49-F238E27FC236}">
                  <a16:creationId xmlns:a16="http://schemas.microsoft.com/office/drawing/2014/main" id="{6827D81E-80FA-F786-C52E-9F6F512A9ECB}"/>
                </a:ext>
              </a:extLst>
            </p:cNvPr>
            <p:cNvSpPr/>
            <p:nvPr/>
          </p:nvSpPr>
          <p:spPr>
            <a:xfrm>
              <a:off x="8203888" y="4509572"/>
              <a:ext cx="1429453" cy="1395174"/>
            </a:xfrm>
            <a:custGeom>
              <a:avLst/>
              <a:gdLst>
                <a:gd name="csX0" fmla="*/ 432453 w 1018943"/>
                <a:gd name="csY0" fmla="*/ 103242 h 994508"/>
                <a:gd name="csX1" fmla="*/ 0 w 1018943"/>
                <a:gd name="csY1" fmla="*/ 156746 h 994508"/>
                <a:gd name="csX2" fmla="*/ 186208 w 1018943"/>
                <a:gd name="csY2" fmla="*/ 546591 h 994508"/>
                <a:gd name="csX3" fmla="*/ 0 w 1018943"/>
                <a:gd name="csY3" fmla="*/ 994509 h 994508"/>
                <a:gd name="csX4" fmla="*/ 277878 w 1018943"/>
                <a:gd name="csY4" fmla="*/ 945486 h 994508"/>
                <a:gd name="csX5" fmla="*/ 1017329 w 1018943"/>
                <a:gd name="csY5" fmla="*/ 633521 h 994508"/>
                <a:gd name="csX6" fmla="*/ 1018944 w 1018943"/>
                <a:gd name="csY6" fmla="*/ 233370 h 994508"/>
                <a:gd name="csX7" fmla="*/ 748323 w 1018943"/>
                <a:gd name="csY7" fmla="*/ 0 h 994508"/>
                <a:gd name="csX8" fmla="*/ 432453 w 1018943"/>
                <a:gd name="csY8" fmla="*/ 103152 h 9945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18943" h="994508">
                  <a:moveTo>
                    <a:pt x="432453" y="103242"/>
                  </a:moveTo>
                  <a:cubicBezTo>
                    <a:pt x="290332" y="136939"/>
                    <a:pt x="144897" y="154863"/>
                    <a:pt x="0" y="156746"/>
                  </a:cubicBezTo>
                  <a:lnTo>
                    <a:pt x="186208" y="546591"/>
                  </a:lnTo>
                  <a:lnTo>
                    <a:pt x="0" y="994509"/>
                  </a:lnTo>
                  <a:cubicBezTo>
                    <a:pt x="93013" y="983574"/>
                    <a:pt x="186477" y="967175"/>
                    <a:pt x="277878" y="945486"/>
                  </a:cubicBezTo>
                  <a:cubicBezTo>
                    <a:pt x="541868" y="882932"/>
                    <a:pt x="790620" y="778078"/>
                    <a:pt x="1017329" y="633521"/>
                  </a:cubicBezTo>
                  <a:lnTo>
                    <a:pt x="1018944" y="233370"/>
                  </a:lnTo>
                  <a:lnTo>
                    <a:pt x="748323" y="0"/>
                  </a:lnTo>
                  <a:cubicBezTo>
                    <a:pt x="646620" y="42928"/>
                    <a:pt x="540432" y="77611"/>
                    <a:pt x="432453" y="103152"/>
                  </a:cubicBezTo>
                  <a:close/>
                </a:path>
              </a:pathLst>
            </a:custGeom>
            <a:solidFill>
              <a:schemeClr val="bg2"/>
            </a:solidFill>
            <a:ln w="8960" cap="flat">
              <a:noFill/>
              <a:prstDash val="solid"/>
              <a:miter/>
            </a:ln>
          </p:spPr>
          <p:txBody>
            <a:bodyPr/>
            <a:lstStyle/>
            <a:p>
              <a:endParaRPr lang="fr-FR"/>
            </a:p>
          </p:txBody>
        </p:sp>
        <p:sp>
          <p:nvSpPr>
            <p:cNvPr id="12" name="Forme libre 30">
              <a:extLst>
                <a:ext uri="{FF2B5EF4-FFF2-40B4-BE49-F238E27FC236}">
                  <a16:creationId xmlns:a16="http://schemas.microsoft.com/office/drawing/2014/main" id="{EB843196-3EE1-1B4A-8354-20FCC76FDEB9}"/>
                </a:ext>
              </a:extLst>
            </p:cNvPr>
            <p:cNvSpPr/>
            <p:nvPr/>
          </p:nvSpPr>
          <p:spPr>
            <a:xfrm>
              <a:off x="9290781" y="3921556"/>
              <a:ext cx="1335551" cy="1453257"/>
            </a:xfrm>
            <a:custGeom>
              <a:avLst/>
              <a:gdLst>
                <a:gd name="csX0" fmla="*/ 92 w 952008"/>
                <a:gd name="csY0" fmla="*/ 407859 h 1035911"/>
                <a:gd name="csX1" fmla="*/ 270170 w 952008"/>
                <a:gd name="csY1" fmla="*/ 640780 h 1035911"/>
                <a:gd name="csX2" fmla="*/ 268560 w 952008"/>
                <a:gd name="csY2" fmla="*/ 1035912 h 1035911"/>
                <a:gd name="csX3" fmla="*/ 952008 w 952008"/>
                <a:gd name="csY3" fmla="*/ 356238 h 1035911"/>
                <a:gd name="csX4" fmla="*/ 841428 w 952008"/>
                <a:gd name="csY4" fmla="*/ 75638 h 1035911"/>
                <a:gd name="csX5" fmla="*/ 651009 w 952008"/>
                <a:gd name="csY5" fmla="*/ 16579 h 1035911"/>
                <a:gd name="csX6" fmla="*/ 597694 w 952008"/>
                <a:gd name="csY6" fmla="*/ 0 h 1035911"/>
                <a:gd name="csX7" fmla="*/ 0 w 952008"/>
                <a:gd name="csY7" fmla="*/ 407859 h 1035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52008" h="1035911">
                  <a:moveTo>
                    <a:pt x="92" y="407859"/>
                  </a:moveTo>
                  <a:lnTo>
                    <a:pt x="270170" y="640780"/>
                  </a:lnTo>
                  <a:lnTo>
                    <a:pt x="268560" y="1035912"/>
                  </a:lnTo>
                  <a:cubicBezTo>
                    <a:pt x="540791" y="857479"/>
                    <a:pt x="770637" y="628949"/>
                    <a:pt x="952008" y="356238"/>
                  </a:cubicBezTo>
                  <a:lnTo>
                    <a:pt x="841428" y="75638"/>
                  </a:lnTo>
                  <a:lnTo>
                    <a:pt x="651009" y="16579"/>
                  </a:lnTo>
                  <a:lnTo>
                    <a:pt x="597694" y="0"/>
                  </a:lnTo>
                  <a:cubicBezTo>
                    <a:pt x="424387" y="172607"/>
                    <a:pt x="223397" y="309725"/>
                    <a:pt x="0" y="407859"/>
                  </a:cubicBezTo>
                  <a:close/>
                </a:path>
              </a:pathLst>
            </a:custGeom>
            <a:solidFill>
              <a:schemeClr val="accent3"/>
            </a:solidFill>
            <a:ln w="8960" cap="flat">
              <a:noFill/>
              <a:prstDash val="solid"/>
              <a:miter/>
            </a:ln>
          </p:spPr>
          <p:txBody>
            <a:bodyPr/>
            <a:lstStyle/>
            <a:p>
              <a:endParaRPr lang="fr-FR"/>
            </a:p>
          </p:txBody>
        </p:sp>
        <p:sp>
          <p:nvSpPr>
            <p:cNvPr id="13" name="Forme libre 31">
              <a:extLst>
                <a:ext uri="{FF2B5EF4-FFF2-40B4-BE49-F238E27FC236}">
                  <a16:creationId xmlns:a16="http://schemas.microsoft.com/office/drawing/2014/main" id="{DFE3539A-7FCD-2D8C-C30C-98CA0A7A5B07}"/>
                </a:ext>
              </a:extLst>
            </p:cNvPr>
            <p:cNvSpPr/>
            <p:nvPr/>
          </p:nvSpPr>
          <p:spPr>
            <a:xfrm>
              <a:off x="10760839" y="1969669"/>
              <a:ext cx="432512" cy="1140830"/>
            </a:xfrm>
            <a:custGeom>
              <a:avLst/>
              <a:gdLst>
                <a:gd name="csX0" fmla="*/ 271964 w 308303"/>
                <a:gd name="csY0" fmla="*/ 90 h 813207"/>
                <a:gd name="csX1" fmla="*/ 134505 w 308303"/>
                <a:gd name="csY1" fmla="*/ 90 h 813207"/>
                <a:gd name="csX2" fmla="*/ 0 w 308303"/>
                <a:gd name="csY2" fmla="*/ 703155 h 813207"/>
                <a:gd name="csX3" fmla="*/ 153770 w 308303"/>
                <a:gd name="csY3" fmla="*/ 676179 h 813207"/>
                <a:gd name="csX4" fmla="*/ 274922 w 308303"/>
                <a:gd name="csY4" fmla="*/ 813208 h 813207"/>
                <a:gd name="csX5" fmla="*/ 271964 w 308303"/>
                <a:gd name="csY5" fmla="*/ 0 h 813207"/>
              </a:gdLst>
              <a:ahLst/>
              <a:cxnLst>
                <a:cxn ang="0">
                  <a:pos x="csX0" y="csY0"/>
                </a:cxn>
                <a:cxn ang="0">
                  <a:pos x="csX1" y="csY1"/>
                </a:cxn>
                <a:cxn ang="0">
                  <a:pos x="csX2" y="csY2"/>
                </a:cxn>
                <a:cxn ang="0">
                  <a:pos x="csX3" y="csY3"/>
                </a:cxn>
                <a:cxn ang="0">
                  <a:pos x="csX4" y="csY4"/>
                </a:cxn>
                <a:cxn ang="0">
                  <a:pos x="csX5" y="csY5"/>
                </a:cxn>
              </a:cxnLst>
              <a:rect l="l" t="t" r="r" b="b"/>
              <a:pathLst>
                <a:path w="308303" h="813207">
                  <a:moveTo>
                    <a:pt x="271964" y="90"/>
                  </a:moveTo>
                  <a:lnTo>
                    <a:pt x="134505" y="90"/>
                  </a:lnTo>
                  <a:cubicBezTo>
                    <a:pt x="133070" y="241345"/>
                    <a:pt x="87819" y="477672"/>
                    <a:pt x="0" y="703155"/>
                  </a:cubicBezTo>
                  <a:lnTo>
                    <a:pt x="153770" y="676179"/>
                  </a:lnTo>
                  <a:lnTo>
                    <a:pt x="274922" y="813208"/>
                  </a:lnTo>
                  <a:cubicBezTo>
                    <a:pt x="320352" y="543901"/>
                    <a:pt x="319455" y="270561"/>
                    <a:pt x="271964" y="0"/>
                  </a:cubicBezTo>
                  <a:close/>
                </a:path>
              </a:pathLst>
            </a:custGeom>
            <a:solidFill>
              <a:schemeClr val="accent1"/>
            </a:solidFill>
            <a:ln w="8960" cap="flat">
              <a:noFill/>
              <a:prstDash val="solid"/>
              <a:miter/>
            </a:ln>
          </p:spPr>
          <p:txBody>
            <a:bodyPr/>
            <a:lstStyle/>
            <a:p>
              <a:endParaRPr lang="fr-FR"/>
            </a:p>
          </p:txBody>
        </p:sp>
        <p:sp>
          <p:nvSpPr>
            <p:cNvPr id="14" name="Forme libre 32">
              <a:extLst>
                <a:ext uri="{FF2B5EF4-FFF2-40B4-BE49-F238E27FC236}">
                  <a16:creationId xmlns:a16="http://schemas.microsoft.com/office/drawing/2014/main" id="{64DB44A9-D99D-F093-374F-CFE0059887D3}"/>
                </a:ext>
              </a:extLst>
            </p:cNvPr>
            <p:cNvSpPr/>
            <p:nvPr/>
          </p:nvSpPr>
          <p:spPr>
            <a:xfrm>
              <a:off x="10158312" y="2957745"/>
              <a:ext cx="980160" cy="1426353"/>
            </a:xfrm>
            <a:custGeom>
              <a:avLst/>
              <a:gdLst>
                <a:gd name="csX0" fmla="*/ 242749 w 698678"/>
                <a:gd name="csY0" fmla="*/ 741602 h 1016733"/>
                <a:gd name="csX1" fmla="*/ 351177 w 698678"/>
                <a:gd name="csY1" fmla="*/ 1016733 h 1016733"/>
                <a:gd name="csX2" fmla="*/ 698679 w 698678"/>
                <a:gd name="csY2" fmla="*/ 141598 h 1016733"/>
                <a:gd name="csX3" fmla="*/ 573498 w 698678"/>
                <a:gd name="csY3" fmla="*/ 0 h 1016733"/>
                <a:gd name="csX4" fmla="*/ 418292 w 698678"/>
                <a:gd name="csY4" fmla="*/ 27155 h 1016733"/>
                <a:gd name="csX5" fmla="*/ 0 w 698678"/>
                <a:gd name="csY5" fmla="*/ 666231 h 1016733"/>
                <a:gd name="csX6" fmla="*/ 242749 w 698678"/>
                <a:gd name="csY6" fmla="*/ 741602 h 101673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8678" h="1016733">
                  <a:moveTo>
                    <a:pt x="242749" y="741602"/>
                  </a:moveTo>
                  <a:lnTo>
                    <a:pt x="351177" y="1016733"/>
                  </a:lnTo>
                  <a:cubicBezTo>
                    <a:pt x="524567" y="748771"/>
                    <a:pt x="641418" y="454460"/>
                    <a:pt x="698679" y="141598"/>
                  </a:cubicBezTo>
                  <a:lnTo>
                    <a:pt x="573498" y="0"/>
                  </a:lnTo>
                  <a:lnTo>
                    <a:pt x="418292" y="27155"/>
                  </a:lnTo>
                  <a:cubicBezTo>
                    <a:pt x="320886" y="266618"/>
                    <a:pt x="180202" y="481436"/>
                    <a:pt x="0" y="666231"/>
                  </a:cubicBezTo>
                  <a:lnTo>
                    <a:pt x="242749" y="741602"/>
                  </a:lnTo>
                  <a:close/>
                </a:path>
              </a:pathLst>
            </a:custGeom>
            <a:solidFill>
              <a:schemeClr val="accent2"/>
            </a:solidFill>
            <a:ln w="8960" cap="flat">
              <a:noFill/>
              <a:prstDash val="solid"/>
              <a:miter/>
            </a:ln>
          </p:spPr>
          <p:txBody>
            <a:bodyPr/>
            <a:lstStyle/>
            <a:p>
              <a:endParaRPr lang="fr-FR"/>
            </a:p>
          </p:txBody>
        </p:sp>
        <p:grpSp>
          <p:nvGrpSpPr>
            <p:cNvPr id="15" name="Graphique 4">
              <a:extLst>
                <a:ext uri="{FF2B5EF4-FFF2-40B4-BE49-F238E27FC236}">
                  <a16:creationId xmlns:a16="http://schemas.microsoft.com/office/drawing/2014/main" id="{808380B6-0878-A221-D904-11BB3083D0C6}"/>
                </a:ext>
              </a:extLst>
            </p:cNvPr>
            <p:cNvGrpSpPr/>
            <p:nvPr/>
          </p:nvGrpSpPr>
          <p:grpSpPr>
            <a:xfrm>
              <a:off x="10564388" y="435072"/>
              <a:ext cx="976447" cy="1818987"/>
              <a:chOff x="-11665108" y="-9925570"/>
              <a:chExt cx="696031" cy="1296611"/>
            </a:xfrm>
          </p:grpSpPr>
          <p:sp>
            <p:nvSpPr>
              <p:cNvPr id="16" name="Forme libre 34">
                <a:extLst>
                  <a:ext uri="{FF2B5EF4-FFF2-40B4-BE49-F238E27FC236}">
                    <a16:creationId xmlns:a16="http://schemas.microsoft.com/office/drawing/2014/main" id="{B3B015B7-E265-2E6A-1853-0582CCEAB88A}"/>
                  </a:ext>
                </a:extLst>
              </p:cNvPr>
              <p:cNvSpPr/>
              <p:nvPr/>
            </p:nvSpPr>
            <p:spPr>
              <a:xfrm>
                <a:off x="-11515520" y="-9675177"/>
                <a:ext cx="435161" cy="826291"/>
              </a:xfrm>
              <a:custGeom>
                <a:avLst/>
                <a:gdLst>
                  <a:gd name="csX0" fmla="*/ 360534 w 435161"/>
                  <a:gd name="csY0" fmla="*/ 0 h 826291"/>
                  <a:gd name="csX1" fmla="*/ 431053 w 435161"/>
                  <a:gd name="csY1" fmla="*/ 516119 h 826291"/>
                  <a:gd name="csX2" fmla="*/ 377646 w 435161"/>
                  <a:gd name="csY2" fmla="*/ 772072 h 826291"/>
                  <a:gd name="csX3" fmla="*/ 353096 w 435161"/>
                  <a:gd name="csY3" fmla="*/ 826023 h 826291"/>
                  <a:gd name="csX4" fmla="*/ 234184 w 435161"/>
                  <a:gd name="csY4" fmla="*/ 826292 h 826291"/>
                  <a:gd name="csX5" fmla="*/ 231227 w 435161"/>
                  <a:gd name="csY5" fmla="*/ 565051 h 826291"/>
                  <a:gd name="csX6" fmla="*/ 190990 w 435161"/>
                  <a:gd name="csY6" fmla="*/ 530099 h 826291"/>
                  <a:gd name="csX7" fmla="*/ 166348 w 435161"/>
                  <a:gd name="csY7" fmla="*/ 559315 h 826291"/>
                  <a:gd name="csX8" fmla="*/ 150578 w 435161"/>
                  <a:gd name="csY8" fmla="*/ 591757 h 826291"/>
                  <a:gd name="csX9" fmla="*/ 144037 w 435161"/>
                  <a:gd name="csY9" fmla="*/ 654670 h 826291"/>
                  <a:gd name="csX10" fmla="*/ 144484 w 435161"/>
                  <a:gd name="csY10" fmla="*/ 824231 h 826291"/>
                  <a:gd name="csX11" fmla="*/ 104072 w 435161"/>
                  <a:gd name="csY11" fmla="*/ 824231 h 826291"/>
                  <a:gd name="csX12" fmla="*/ 65717 w 435161"/>
                  <a:gd name="csY12" fmla="*/ 726814 h 826291"/>
                  <a:gd name="csX13" fmla="*/ 20733 w 435161"/>
                  <a:gd name="csY13" fmla="*/ 108439 h 826291"/>
                  <a:gd name="csX14" fmla="*/ 46364 w 435161"/>
                  <a:gd name="csY14" fmla="*/ 717 h 826291"/>
                  <a:gd name="csX15" fmla="*/ 360534 w 435161"/>
                  <a:gd name="csY15" fmla="*/ 89 h 826291"/>
                  <a:gd name="csX16" fmla="*/ 67064 w 435161"/>
                  <a:gd name="csY16" fmla="*/ 227275 h 826291"/>
                  <a:gd name="csX17" fmla="*/ 105415 w 435161"/>
                  <a:gd name="csY17" fmla="*/ 358567 h 826291"/>
                  <a:gd name="csX18" fmla="*/ 329705 w 435161"/>
                  <a:gd name="csY18" fmla="*/ 265005 h 826291"/>
                  <a:gd name="csX19" fmla="*/ 281137 w 435161"/>
                  <a:gd name="csY19" fmla="*/ 137207 h 826291"/>
                  <a:gd name="csX20" fmla="*/ 67064 w 435161"/>
                  <a:gd name="csY20" fmla="*/ 227365 h 8262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435161" h="826291">
                    <a:moveTo>
                      <a:pt x="360534" y="0"/>
                    </a:moveTo>
                    <a:cubicBezTo>
                      <a:pt x="416719" y="155759"/>
                      <a:pt x="446647" y="350681"/>
                      <a:pt x="431053" y="516119"/>
                    </a:cubicBezTo>
                    <a:cubicBezTo>
                      <a:pt x="424065" y="590592"/>
                      <a:pt x="401663" y="701273"/>
                      <a:pt x="377646" y="772072"/>
                    </a:cubicBezTo>
                    <a:cubicBezTo>
                      <a:pt x="372361" y="787755"/>
                      <a:pt x="360893" y="810877"/>
                      <a:pt x="353096" y="826023"/>
                    </a:cubicBezTo>
                    <a:lnTo>
                      <a:pt x="234184" y="826292"/>
                    </a:lnTo>
                    <a:cubicBezTo>
                      <a:pt x="237409" y="751997"/>
                      <a:pt x="243683" y="636657"/>
                      <a:pt x="231227" y="565051"/>
                    </a:cubicBezTo>
                    <a:cubicBezTo>
                      <a:pt x="227372" y="543184"/>
                      <a:pt x="215545" y="523288"/>
                      <a:pt x="190990" y="530099"/>
                    </a:cubicBezTo>
                    <a:cubicBezTo>
                      <a:pt x="174683" y="534669"/>
                      <a:pt x="169664" y="543005"/>
                      <a:pt x="166348" y="559315"/>
                    </a:cubicBezTo>
                    <a:cubicBezTo>
                      <a:pt x="161600" y="569711"/>
                      <a:pt x="153803" y="580644"/>
                      <a:pt x="150578" y="591757"/>
                    </a:cubicBezTo>
                    <a:cubicBezTo>
                      <a:pt x="145652" y="608785"/>
                      <a:pt x="144663" y="636477"/>
                      <a:pt x="144037" y="654670"/>
                    </a:cubicBezTo>
                    <a:cubicBezTo>
                      <a:pt x="141884" y="710951"/>
                      <a:pt x="146098" y="767860"/>
                      <a:pt x="144484" y="824231"/>
                    </a:cubicBezTo>
                    <a:lnTo>
                      <a:pt x="104072" y="824231"/>
                    </a:lnTo>
                    <a:cubicBezTo>
                      <a:pt x="92153" y="791519"/>
                      <a:pt x="77097" y="759883"/>
                      <a:pt x="65717" y="726814"/>
                    </a:cubicBezTo>
                    <a:cubicBezTo>
                      <a:pt x="-1398" y="532788"/>
                      <a:pt x="-18423" y="310263"/>
                      <a:pt x="20733" y="108439"/>
                    </a:cubicBezTo>
                    <a:cubicBezTo>
                      <a:pt x="27812" y="72143"/>
                      <a:pt x="38567" y="36834"/>
                      <a:pt x="46364" y="717"/>
                    </a:cubicBezTo>
                    <a:cubicBezTo>
                      <a:pt x="151025" y="537"/>
                      <a:pt x="255869" y="358"/>
                      <a:pt x="360534" y="89"/>
                    </a:cubicBezTo>
                    <a:close/>
                    <a:moveTo>
                      <a:pt x="67064" y="227275"/>
                    </a:moveTo>
                    <a:cubicBezTo>
                      <a:pt x="54787" y="276924"/>
                      <a:pt x="66347" y="324871"/>
                      <a:pt x="105415" y="358567"/>
                    </a:cubicBezTo>
                    <a:cubicBezTo>
                      <a:pt x="190456" y="431786"/>
                      <a:pt x="320569" y="376670"/>
                      <a:pt x="329705" y="265005"/>
                    </a:cubicBezTo>
                    <a:cubicBezTo>
                      <a:pt x="333918" y="213473"/>
                      <a:pt x="323076" y="170635"/>
                      <a:pt x="281137" y="137207"/>
                    </a:cubicBezTo>
                    <a:cubicBezTo>
                      <a:pt x="199863" y="72322"/>
                      <a:pt x="74319" y="123674"/>
                      <a:pt x="67064" y="227365"/>
                    </a:cubicBezTo>
                    <a:close/>
                  </a:path>
                </a:pathLst>
              </a:custGeom>
              <a:solidFill>
                <a:schemeClr val="bg1"/>
              </a:solidFill>
              <a:ln w="8960" cap="flat">
                <a:noFill/>
                <a:prstDash val="solid"/>
                <a:miter/>
              </a:ln>
            </p:spPr>
            <p:txBody>
              <a:bodyPr/>
              <a:lstStyle/>
              <a:p>
                <a:endParaRPr lang="fr-FR"/>
              </a:p>
            </p:txBody>
          </p:sp>
          <p:sp>
            <p:nvSpPr>
              <p:cNvPr id="17" name="Forme libre 35">
                <a:extLst>
                  <a:ext uri="{FF2B5EF4-FFF2-40B4-BE49-F238E27FC236}">
                    <a16:creationId xmlns:a16="http://schemas.microsoft.com/office/drawing/2014/main" id="{D58FAC4E-8473-DB8C-5160-DC3DB69BF231}"/>
                  </a:ext>
                </a:extLst>
              </p:cNvPr>
              <p:cNvSpPr/>
              <p:nvPr/>
            </p:nvSpPr>
            <p:spPr>
              <a:xfrm>
                <a:off x="-11482597" y="-9925570"/>
                <a:ext cx="327611" cy="251019"/>
              </a:xfrm>
              <a:custGeom>
                <a:avLst/>
                <a:gdLst>
                  <a:gd name="csX0" fmla="*/ 327611 w 327611"/>
                  <a:gd name="csY0" fmla="*/ 250393 h 251019"/>
                  <a:gd name="csX1" fmla="*/ 13441 w 327611"/>
                  <a:gd name="csY1" fmla="*/ 251020 h 251019"/>
                  <a:gd name="csX2" fmla="*/ 0 w 327611"/>
                  <a:gd name="csY2" fmla="*/ 251020 h 251019"/>
                  <a:gd name="csX3" fmla="*/ 145256 w 327611"/>
                  <a:gd name="csY3" fmla="*/ 4835 h 251019"/>
                  <a:gd name="csX4" fmla="*/ 206101 w 327611"/>
                  <a:gd name="csY4" fmla="*/ 25000 h 251019"/>
                  <a:gd name="csX5" fmla="*/ 327611 w 327611"/>
                  <a:gd name="csY5" fmla="*/ 250393 h 251019"/>
                </a:gdLst>
                <a:ahLst/>
                <a:cxnLst>
                  <a:cxn ang="0">
                    <a:pos x="csX0" y="csY0"/>
                  </a:cxn>
                  <a:cxn ang="0">
                    <a:pos x="csX1" y="csY1"/>
                  </a:cxn>
                  <a:cxn ang="0">
                    <a:pos x="csX2" y="csY2"/>
                  </a:cxn>
                  <a:cxn ang="0">
                    <a:pos x="csX3" y="csY3"/>
                  </a:cxn>
                  <a:cxn ang="0">
                    <a:pos x="csX4" y="csY4"/>
                  </a:cxn>
                  <a:cxn ang="0">
                    <a:pos x="csX5" y="csY5"/>
                  </a:cxn>
                </a:cxnLst>
                <a:rect l="l" t="t" r="r" b="b"/>
                <a:pathLst>
                  <a:path w="327611" h="251019">
                    <a:moveTo>
                      <a:pt x="327611" y="250393"/>
                    </a:moveTo>
                    <a:cubicBezTo>
                      <a:pt x="222946" y="250571"/>
                      <a:pt x="118102" y="250751"/>
                      <a:pt x="13441" y="251020"/>
                    </a:cubicBezTo>
                    <a:lnTo>
                      <a:pt x="0" y="251020"/>
                    </a:lnTo>
                    <a:cubicBezTo>
                      <a:pt x="20162" y="195367"/>
                      <a:pt x="94807" y="30914"/>
                      <a:pt x="145256" y="4835"/>
                    </a:cubicBezTo>
                    <a:cubicBezTo>
                      <a:pt x="170257" y="-8070"/>
                      <a:pt x="189343" y="6986"/>
                      <a:pt x="206101" y="25000"/>
                    </a:cubicBezTo>
                    <a:cubicBezTo>
                      <a:pt x="256729" y="79578"/>
                      <a:pt x="302430" y="180400"/>
                      <a:pt x="327611" y="250393"/>
                    </a:cubicBezTo>
                    <a:close/>
                  </a:path>
                </a:pathLst>
              </a:custGeom>
              <a:solidFill>
                <a:schemeClr val="accent1">
                  <a:lumMod val="75000"/>
                </a:schemeClr>
              </a:solidFill>
              <a:ln w="8960" cap="flat">
                <a:noFill/>
                <a:prstDash val="solid"/>
                <a:miter/>
              </a:ln>
            </p:spPr>
            <p:txBody>
              <a:bodyPr/>
              <a:lstStyle/>
              <a:p>
                <a:endParaRPr lang="fr-FR"/>
              </a:p>
            </p:txBody>
          </p:sp>
          <p:sp>
            <p:nvSpPr>
              <p:cNvPr id="18" name="Forme libre 36">
                <a:extLst>
                  <a:ext uri="{FF2B5EF4-FFF2-40B4-BE49-F238E27FC236}">
                    <a16:creationId xmlns:a16="http://schemas.microsoft.com/office/drawing/2014/main" id="{28A7886E-8C64-768C-4B70-FE5B959B6D77}"/>
                  </a:ext>
                </a:extLst>
              </p:cNvPr>
              <p:cNvSpPr/>
              <p:nvPr/>
            </p:nvSpPr>
            <p:spPr>
              <a:xfrm>
                <a:off x="-11665108" y="-9158252"/>
                <a:ext cx="168260" cy="471566"/>
              </a:xfrm>
              <a:custGeom>
                <a:avLst/>
                <a:gdLst>
                  <a:gd name="csX0" fmla="*/ 168260 w 168260"/>
                  <a:gd name="csY0" fmla="*/ 255775 h 471566"/>
                  <a:gd name="csX1" fmla="*/ 91108 w 168260"/>
                  <a:gd name="csY1" fmla="*/ 392802 h 471566"/>
                  <a:gd name="csX2" fmla="*/ 78922 w 168260"/>
                  <a:gd name="csY2" fmla="*/ 463602 h 471566"/>
                  <a:gd name="csX3" fmla="*/ 58043 w 168260"/>
                  <a:gd name="csY3" fmla="*/ 471041 h 471566"/>
                  <a:gd name="csX4" fmla="*/ 24260 w 168260"/>
                  <a:gd name="csY4" fmla="*/ 405887 h 471566"/>
                  <a:gd name="csX5" fmla="*/ 116109 w 168260"/>
                  <a:gd name="csY5" fmla="*/ 0 h 471566"/>
                  <a:gd name="csX6" fmla="*/ 168173 w 168260"/>
                  <a:gd name="csY6" fmla="*/ 255775 h 47156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68260" h="471566">
                    <a:moveTo>
                      <a:pt x="168260" y="255775"/>
                    </a:moveTo>
                    <a:cubicBezTo>
                      <a:pt x="121845" y="281495"/>
                      <a:pt x="101504" y="343333"/>
                      <a:pt x="91108" y="392802"/>
                    </a:cubicBezTo>
                    <a:cubicBezTo>
                      <a:pt x="88063" y="407410"/>
                      <a:pt x="84300" y="456164"/>
                      <a:pt x="78922" y="463602"/>
                    </a:cubicBezTo>
                    <a:cubicBezTo>
                      <a:pt x="74171" y="470323"/>
                      <a:pt x="65927" y="472743"/>
                      <a:pt x="58043" y="471041"/>
                    </a:cubicBezTo>
                    <a:cubicBezTo>
                      <a:pt x="41735" y="467456"/>
                      <a:pt x="29007" y="421391"/>
                      <a:pt x="24260" y="405887"/>
                    </a:cubicBezTo>
                    <a:cubicBezTo>
                      <a:pt x="-19468" y="263751"/>
                      <a:pt x="-12568" y="94639"/>
                      <a:pt x="116109" y="0"/>
                    </a:cubicBezTo>
                    <a:cubicBezTo>
                      <a:pt x="124444" y="84332"/>
                      <a:pt x="144248" y="175923"/>
                      <a:pt x="168173" y="255775"/>
                    </a:cubicBezTo>
                    <a:close/>
                  </a:path>
                </a:pathLst>
              </a:custGeom>
              <a:solidFill>
                <a:schemeClr val="accent1">
                  <a:lumMod val="75000"/>
                </a:schemeClr>
              </a:solidFill>
              <a:ln w="8960" cap="flat">
                <a:noFill/>
                <a:prstDash val="solid"/>
                <a:miter/>
              </a:ln>
            </p:spPr>
            <p:txBody>
              <a:bodyPr/>
              <a:lstStyle/>
              <a:p>
                <a:endParaRPr lang="fr-FR"/>
              </a:p>
            </p:txBody>
          </p:sp>
          <p:sp>
            <p:nvSpPr>
              <p:cNvPr id="19" name="Forme libre 37">
                <a:extLst>
                  <a:ext uri="{FF2B5EF4-FFF2-40B4-BE49-F238E27FC236}">
                    <a16:creationId xmlns:a16="http://schemas.microsoft.com/office/drawing/2014/main" id="{97A3B4E4-40DF-1818-7097-E689BEF225C6}"/>
                  </a:ext>
                </a:extLst>
              </p:cNvPr>
              <p:cNvSpPr/>
              <p:nvPr/>
            </p:nvSpPr>
            <p:spPr>
              <a:xfrm>
                <a:off x="-11137782" y="-9159058"/>
                <a:ext cx="168705" cy="471475"/>
              </a:xfrm>
              <a:custGeom>
                <a:avLst/>
                <a:gdLst>
                  <a:gd name="csX0" fmla="*/ 0 w 168705"/>
                  <a:gd name="csY0" fmla="*/ 255953 h 471475"/>
                  <a:gd name="csX1" fmla="*/ 53407 w 168705"/>
                  <a:gd name="csY1" fmla="*/ 0 h 471475"/>
                  <a:gd name="csX2" fmla="*/ 142298 w 168705"/>
                  <a:gd name="csY2" fmla="*/ 412250 h 471475"/>
                  <a:gd name="csX3" fmla="*/ 111022 w 168705"/>
                  <a:gd name="csY3" fmla="*/ 470861 h 471475"/>
                  <a:gd name="csX4" fmla="*/ 83068 w 168705"/>
                  <a:gd name="csY4" fmla="*/ 421122 h 471475"/>
                  <a:gd name="csX5" fmla="*/ 0 w 168705"/>
                  <a:gd name="csY5" fmla="*/ 255953 h 471475"/>
                </a:gdLst>
                <a:ahLst/>
                <a:cxnLst>
                  <a:cxn ang="0">
                    <a:pos x="csX0" y="csY0"/>
                  </a:cxn>
                  <a:cxn ang="0">
                    <a:pos x="csX1" y="csY1"/>
                  </a:cxn>
                  <a:cxn ang="0">
                    <a:pos x="csX2" y="csY2"/>
                  </a:cxn>
                  <a:cxn ang="0">
                    <a:pos x="csX3" y="csY3"/>
                  </a:cxn>
                  <a:cxn ang="0">
                    <a:pos x="csX4" y="csY4"/>
                  </a:cxn>
                  <a:cxn ang="0">
                    <a:pos x="csX5" y="csY5"/>
                  </a:cxn>
                </a:cxnLst>
                <a:rect l="l" t="t" r="r" b="b"/>
                <a:pathLst>
                  <a:path w="168705" h="471475">
                    <a:moveTo>
                      <a:pt x="0" y="255953"/>
                    </a:moveTo>
                    <a:cubicBezTo>
                      <a:pt x="23925" y="185154"/>
                      <a:pt x="46415" y="74473"/>
                      <a:pt x="53407" y="0"/>
                    </a:cubicBezTo>
                    <a:cubicBezTo>
                      <a:pt x="184324" y="98761"/>
                      <a:pt x="187728" y="267066"/>
                      <a:pt x="142298" y="412250"/>
                    </a:cubicBezTo>
                    <a:cubicBezTo>
                      <a:pt x="137818" y="426679"/>
                      <a:pt x="126437" y="467634"/>
                      <a:pt x="111022" y="470861"/>
                    </a:cubicBezTo>
                    <a:cubicBezTo>
                      <a:pt x="82258" y="476776"/>
                      <a:pt x="86113" y="438418"/>
                      <a:pt x="83068" y="421122"/>
                    </a:cubicBezTo>
                    <a:cubicBezTo>
                      <a:pt x="73030" y="364393"/>
                      <a:pt x="55647" y="283914"/>
                      <a:pt x="0" y="255953"/>
                    </a:cubicBezTo>
                    <a:close/>
                  </a:path>
                </a:pathLst>
              </a:custGeom>
              <a:solidFill>
                <a:schemeClr val="accent1">
                  <a:lumMod val="75000"/>
                </a:schemeClr>
              </a:solidFill>
              <a:ln w="8960" cap="flat">
                <a:noFill/>
                <a:prstDash val="solid"/>
                <a:miter/>
              </a:ln>
            </p:spPr>
            <p:txBody>
              <a:bodyPr/>
              <a:lstStyle/>
              <a:p>
                <a:endParaRPr lang="fr-FR"/>
              </a:p>
            </p:txBody>
          </p:sp>
          <p:sp>
            <p:nvSpPr>
              <p:cNvPr id="20" name="Forme libre 38">
                <a:extLst>
                  <a:ext uri="{FF2B5EF4-FFF2-40B4-BE49-F238E27FC236}">
                    <a16:creationId xmlns:a16="http://schemas.microsoft.com/office/drawing/2014/main" id="{86FEC22C-F6FD-358D-3FEE-8480AA3FE791}"/>
                  </a:ext>
                </a:extLst>
              </p:cNvPr>
              <p:cNvSpPr/>
              <p:nvPr/>
            </p:nvSpPr>
            <p:spPr>
              <a:xfrm>
                <a:off x="-11553815" y="-9674639"/>
                <a:ext cx="204642" cy="830504"/>
              </a:xfrm>
              <a:custGeom>
                <a:avLst/>
                <a:gdLst>
                  <a:gd name="csX0" fmla="*/ 84659 w 204642"/>
                  <a:gd name="csY0" fmla="*/ 90 h 830504"/>
                  <a:gd name="csX1" fmla="*/ 59028 w 204642"/>
                  <a:gd name="csY1" fmla="*/ 107813 h 830504"/>
                  <a:gd name="csX2" fmla="*/ 104012 w 204642"/>
                  <a:gd name="csY2" fmla="*/ 726187 h 830504"/>
                  <a:gd name="csX3" fmla="*/ 142367 w 204642"/>
                  <a:gd name="csY3" fmla="*/ 823694 h 830504"/>
                  <a:gd name="csX4" fmla="*/ 182778 w 204642"/>
                  <a:gd name="csY4" fmla="*/ 823694 h 830504"/>
                  <a:gd name="csX5" fmla="*/ 182332 w 204642"/>
                  <a:gd name="csY5" fmla="*/ 654043 h 830504"/>
                  <a:gd name="csX6" fmla="*/ 188873 w 204642"/>
                  <a:gd name="csY6" fmla="*/ 591130 h 830504"/>
                  <a:gd name="csX7" fmla="*/ 204642 w 204642"/>
                  <a:gd name="csY7" fmla="*/ 558688 h 830504"/>
                  <a:gd name="csX8" fmla="*/ 198013 w 204642"/>
                  <a:gd name="csY8" fmla="*/ 660765 h 830504"/>
                  <a:gd name="csX9" fmla="*/ 200700 w 204642"/>
                  <a:gd name="csY9" fmla="*/ 825844 h 830504"/>
                  <a:gd name="csX10" fmla="*/ 91738 w 204642"/>
                  <a:gd name="csY10" fmla="*/ 826024 h 830504"/>
                  <a:gd name="csX11" fmla="*/ 84029 w 204642"/>
                  <a:gd name="csY11" fmla="*/ 830505 h 830504"/>
                  <a:gd name="csX12" fmla="*/ 56967 w 204642"/>
                  <a:gd name="csY12" fmla="*/ 772162 h 830504"/>
                  <a:gd name="csX13" fmla="*/ 4908 w 204642"/>
                  <a:gd name="csY13" fmla="*/ 516388 h 830504"/>
                  <a:gd name="csX14" fmla="*/ 71218 w 204642"/>
                  <a:gd name="csY14" fmla="*/ 0 h 830504"/>
                  <a:gd name="csX15" fmla="*/ 84659 w 204642"/>
                  <a:gd name="csY15" fmla="*/ 0 h 8305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4642" h="830504">
                    <a:moveTo>
                      <a:pt x="84659" y="90"/>
                    </a:moveTo>
                    <a:cubicBezTo>
                      <a:pt x="76862" y="36207"/>
                      <a:pt x="66020" y="71516"/>
                      <a:pt x="59028" y="107813"/>
                    </a:cubicBezTo>
                    <a:cubicBezTo>
                      <a:pt x="19872" y="309636"/>
                      <a:pt x="36805" y="532071"/>
                      <a:pt x="104012" y="726187"/>
                    </a:cubicBezTo>
                    <a:cubicBezTo>
                      <a:pt x="115484" y="759257"/>
                      <a:pt x="130448" y="790892"/>
                      <a:pt x="142367" y="823694"/>
                    </a:cubicBezTo>
                    <a:lnTo>
                      <a:pt x="182778" y="823694"/>
                    </a:lnTo>
                    <a:cubicBezTo>
                      <a:pt x="184393" y="767233"/>
                      <a:pt x="180271" y="710414"/>
                      <a:pt x="182332" y="654043"/>
                    </a:cubicBezTo>
                    <a:cubicBezTo>
                      <a:pt x="183049" y="635850"/>
                      <a:pt x="184034" y="608158"/>
                      <a:pt x="188873" y="591130"/>
                    </a:cubicBezTo>
                    <a:cubicBezTo>
                      <a:pt x="192098" y="580017"/>
                      <a:pt x="199895" y="569084"/>
                      <a:pt x="204642" y="558688"/>
                    </a:cubicBezTo>
                    <a:cubicBezTo>
                      <a:pt x="199090" y="585843"/>
                      <a:pt x="198731" y="631818"/>
                      <a:pt x="198013" y="660765"/>
                    </a:cubicBezTo>
                    <a:cubicBezTo>
                      <a:pt x="196578" y="715522"/>
                      <a:pt x="198101" y="771445"/>
                      <a:pt x="200700" y="825844"/>
                    </a:cubicBezTo>
                    <a:cubicBezTo>
                      <a:pt x="164498" y="826830"/>
                      <a:pt x="128028" y="824769"/>
                      <a:pt x="91738" y="826024"/>
                    </a:cubicBezTo>
                    <a:cubicBezTo>
                      <a:pt x="87437" y="826203"/>
                      <a:pt x="82686" y="823783"/>
                      <a:pt x="84029" y="830505"/>
                    </a:cubicBezTo>
                    <a:cubicBezTo>
                      <a:pt x="77938" y="819213"/>
                      <a:pt x="59925" y="782110"/>
                      <a:pt x="56967" y="772162"/>
                    </a:cubicBezTo>
                    <a:cubicBezTo>
                      <a:pt x="32954" y="692311"/>
                      <a:pt x="13151" y="600720"/>
                      <a:pt x="4908" y="516388"/>
                    </a:cubicBezTo>
                    <a:cubicBezTo>
                      <a:pt x="-11583" y="349337"/>
                      <a:pt x="14223" y="157640"/>
                      <a:pt x="71218" y="0"/>
                    </a:cubicBezTo>
                    <a:lnTo>
                      <a:pt x="84659" y="0"/>
                    </a:lnTo>
                    <a:close/>
                  </a:path>
                </a:pathLst>
              </a:custGeom>
              <a:solidFill>
                <a:schemeClr val="bg1">
                  <a:lumMod val="65000"/>
                </a:schemeClr>
              </a:solidFill>
              <a:ln w="8960" cap="flat">
                <a:noFill/>
                <a:prstDash val="solid"/>
                <a:miter/>
              </a:ln>
            </p:spPr>
            <p:txBody>
              <a:bodyPr/>
              <a:lstStyle/>
              <a:p>
                <a:endParaRPr lang="fr-FR"/>
              </a:p>
            </p:txBody>
          </p:sp>
          <p:sp>
            <p:nvSpPr>
              <p:cNvPr id="21" name="Forme libre 39">
                <a:extLst>
                  <a:ext uri="{FF2B5EF4-FFF2-40B4-BE49-F238E27FC236}">
                    <a16:creationId xmlns:a16="http://schemas.microsoft.com/office/drawing/2014/main" id="{5518D3E6-DED2-8AD6-0A85-A58BF047C1C9}"/>
                  </a:ext>
                </a:extLst>
              </p:cNvPr>
              <p:cNvSpPr/>
              <p:nvPr/>
            </p:nvSpPr>
            <p:spPr>
              <a:xfrm>
                <a:off x="-11283397" y="-8850871"/>
                <a:ext cx="121059" cy="54344"/>
              </a:xfrm>
              <a:custGeom>
                <a:avLst/>
                <a:gdLst>
                  <a:gd name="csX0" fmla="*/ 121060 w 121059"/>
                  <a:gd name="csY0" fmla="*/ 90 h 54344"/>
                  <a:gd name="csX1" fmla="*/ 42652 w 121059"/>
                  <a:gd name="csY1" fmla="*/ 54131 h 54344"/>
                  <a:gd name="csX2" fmla="*/ 0 w 121059"/>
                  <a:gd name="csY2" fmla="*/ 54131 h 54344"/>
                  <a:gd name="csX3" fmla="*/ 2148 w 121059"/>
                  <a:gd name="csY3" fmla="*/ 269 h 54344"/>
                  <a:gd name="csX4" fmla="*/ 121060 w 121059"/>
                  <a:gd name="csY4" fmla="*/ 0 h 54344"/>
                </a:gdLst>
                <a:ahLst/>
                <a:cxnLst>
                  <a:cxn ang="0">
                    <a:pos x="csX0" y="csY0"/>
                  </a:cxn>
                  <a:cxn ang="0">
                    <a:pos x="csX1" y="csY1"/>
                  </a:cxn>
                  <a:cxn ang="0">
                    <a:pos x="csX2" y="csY2"/>
                  </a:cxn>
                  <a:cxn ang="0">
                    <a:pos x="csX3" y="csY3"/>
                  </a:cxn>
                  <a:cxn ang="0">
                    <a:pos x="csX4" y="csY4"/>
                  </a:cxn>
                </a:cxnLst>
                <a:rect l="l" t="t" r="r" b="b"/>
                <a:pathLst>
                  <a:path w="121059" h="54344">
                    <a:moveTo>
                      <a:pt x="121060" y="90"/>
                    </a:moveTo>
                    <a:cubicBezTo>
                      <a:pt x="101795" y="37192"/>
                      <a:pt x="85667" y="52159"/>
                      <a:pt x="42652" y="54131"/>
                    </a:cubicBezTo>
                    <a:cubicBezTo>
                      <a:pt x="28493" y="54757"/>
                      <a:pt x="14159" y="53772"/>
                      <a:pt x="0" y="54131"/>
                    </a:cubicBezTo>
                    <a:cubicBezTo>
                      <a:pt x="1343" y="36296"/>
                      <a:pt x="1343" y="18103"/>
                      <a:pt x="2148" y="269"/>
                    </a:cubicBezTo>
                    <a:lnTo>
                      <a:pt x="121060" y="0"/>
                    </a:lnTo>
                    <a:close/>
                  </a:path>
                </a:pathLst>
              </a:custGeom>
              <a:solidFill>
                <a:schemeClr val="accent6">
                  <a:lumMod val="50000"/>
                </a:schemeClr>
              </a:solidFill>
              <a:ln w="8960" cap="flat">
                <a:noFill/>
                <a:prstDash val="solid"/>
                <a:miter/>
              </a:ln>
            </p:spPr>
            <p:txBody>
              <a:bodyPr/>
              <a:lstStyle/>
              <a:p>
                <a:endParaRPr lang="fr-FR"/>
              </a:p>
            </p:txBody>
          </p:sp>
          <p:sp>
            <p:nvSpPr>
              <p:cNvPr id="22" name="Forme libre 40">
                <a:extLst>
                  <a:ext uri="{FF2B5EF4-FFF2-40B4-BE49-F238E27FC236}">
                    <a16:creationId xmlns:a16="http://schemas.microsoft.com/office/drawing/2014/main" id="{EAFD1ECA-BB23-D7A4-1018-6F9539F495A1}"/>
                  </a:ext>
                </a:extLst>
              </p:cNvPr>
              <p:cNvSpPr/>
              <p:nvPr/>
            </p:nvSpPr>
            <p:spPr>
              <a:xfrm>
                <a:off x="-11470082" y="-8850675"/>
                <a:ext cx="119298" cy="54327"/>
              </a:xfrm>
              <a:custGeom>
                <a:avLst/>
                <a:gdLst>
                  <a:gd name="csX0" fmla="*/ 116967 w 119298"/>
                  <a:gd name="csY0" fmla="*/ 252 h 54327"/>
                  <a:gd name="csX1" fmla="*/ 119299 w 119298"/>
                  <a:gd name="csY1" fmla="*/ 54114 h 54327"/>
                  <a:gd name="csX2" fmla="*/ 76643 w 119298"/>
                  <a:gd name="csY2" fmla="*/ 54114 h 54327"/>
                  <a:gd name="csX3" fmla="*/ 208 w 119298"/>
                  <a:gd name="csY3" fmla="*/ 4913 h 54327"/>
                  <a:gd name="csX4" fmla="*/ 7913 w 119298"/>
                  <a:gd name="csY4" fmla="*/ 432 h 54327"/>
                  <a:gd name="csX5" fmla="*/ 116879 w 119298"/>
                  <a:gd name="csY5" fmla="*/ 252 h 54327"/>
                </a:gdLst>
                <a:ahLst/>
                <a:cxnLst>
                  <a:cxn ang="0">
                    <a:pos x="csX0" y="csY0"/>
                  </a:cxn>
                  <a:cxn ang="0">
                    <a:pos x="csX1" y="csY1"/>
                  </a:cxn>
                  <a:cxn ang="0">
                    <a:pos x="csX2" y="csY2"/>
                  </a:cxn>
                  <a:cxn ang="0">
                    <a:pos x="csX3" y="csY3"/>
                  </a:cxn>
                  <a:cxn ang="0">
                    <a:pos x="csX4" y="csY4"/>
                  </a:cxn>
                  <a:cxn ang="0">
                    <a:pos x="csX5" y="csY5"/>
                  </a:cxn>
                </a:cxnLst>
                <a:rect l="l" t="t" r="r" b="b"/>
                <a:pathLst>
                  <a:path w="119298" h="54327">
                    <a:moveTo>
                      <a:pt x="116967" y="252"/>
                    </a:moveTo>
                    <a:cubicBezTo>
                      <a:pt x="117776" y="18086"/>
                      <a:pt x="117956" y="36369"/>
                      <a:pt x="119299" y="54114"/>
                    </a:cubicBezTo>
                    <a:cubicBezTo>
                      <a:pt x="105140" y="53755"/>
                      <a:pt x="90802" y="54741"/>
                      <a:pt x="76643" y="54114"/>
                    </a:cubicBezTo>
                    <a:cubicBezTo>
                      <a:pt x="38292" y="52679"/>
                      <a:pt x="18397" y="38341"/>
                      <a:pt x="208" y="4913"/>
                    </a:cubicBezTo>
                    <a:cubicBezTo>
                      <a:pt x="-1048" y="-1899"/>
                      <a:pt x="3612" y="521"/>
                      <a:pt x="7913" y="432"/>
                    </a:cubicBezTo>
                    <a:cubicBezTo>
                      <a:pt x="44116" y="-823"/>
                      <a:pt x="80677" y="1148"/>
                      <a:pt x="116879" y="252"/>
                    </a:cubicBezTo>
                    <a:close/>
                  </a:path>
                </a:pathLst>
              </a:custGeom>
              <a:solidFill>
                <a:schemeClr val="accent6">
                  <a:lumMod val="50000"/>
                </a:schemeClr>
              </a:solidFill>
              <a:ln w="8960" cap="flat">
                <a:noFill/>
                <a:prstDash val="solid"/>
                <a:miter/>
              </a:ln>
            </p:spPr>
            <p:txBody>
              <a:bodyPr/>
              <a:lstStyle/>
              <a:p>
                <a:endParaRPr lang="fr-FR"/>
              </a:p>
            </p:txBody>
          </p:sp>
          <p:sp>
            <p:nvSpPr>
              <p:cNvPr id="23" name="Forme libre 41">
                <a:extLst>
                  <a:ext uri="{FF2B5EF4-FFF2-40B4-BE49-F238E27FC236}">
                    <a16:creationId xmlns:a16="http://schemas.microsoft.com/office/drawing/2014/main" id="{C998AF16-BB90-5942-9181-AA5AEF26C752}"/>
                  </a:ext>
                </a:extLst>
              </p:cNvPr>
              <p:cNvSpPr/>
              <p:nvPr/>
            </p:nvSpPr>
            <p:spPr>
              <a:xfrm>
                <a:off x="-11449000" y="-9566786"/>
                <a:ext cx="263910" cy="264666"/>
              </a:xfrm>
              <a:custGeom>
                <a:avLst/>
                <a:gdLst>
                  <a:gd name="csX0" fmla="*/ 263097 w 263910"/>
                  <a:gd name="csY0" fmla="*/ 156524 h 264666"/>
                  <a:gd name="csX1" fmla="*/ 453 w 263910"/>
                  <a:gd name="csY1" fmla="*/ 118884 h 264666"/>
                  <a:gd name="csX2" fmla="*/ 214530 w 263910"/>
                  <a:gd name="csY2" fmla="*/ 28726 h 264666"/>
                  <a:gd name="csX3" fmla="*/ 263097 w 263910"/>
                  <a:gd name="csY3" fmla="*/ 156524 h 264666"/>
                  <a:gd name="csX4" fmla="*/ 189708 w 263910"/>
                  <a:gd name="csY4" fmla="*/ 61527 h 264666"/>
                  <a:gd name="csX5" fmla="*/ 48036 w 263910"/>
                  <a:gd name="csY5" fmla="*/ 171222 h 264666"/>
                  <a:gd name="csX6" fmla="*/ 224834 w 263910"/>
                  <a:gd name="csY6" fmla="*/ 119601 h 264666"/>
                  <a:gd name="csX7" fmla="*/ 216949 w 263910"/>
                  <a:gd name="csY7" fmla="*/ 91550 h 264666"/>
                  <a:gd name="csX8" fmla="*/ 189708 w 263910"/>
                  <a:gd name="csY8" fmla="*/ 61527 h 2646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3910" h="264666">
                    <a:moveTo>
                      <a:pt x="263097" y="156524"/>
                    </a:moveTo>
                    <a:cubicBezTo>
                      <a:pt x="225818" y="319453"/>
                      <a:pt x="-11733" y="291312"/>
                      <a:pt x="453" y="118884"/>
                    </a:cubicBezTo>
                    <a:cubicBezTo>
                      <a:pt x="7799" y="15283"/>
                      <a:pt x="133252" y="-36158"/>
                      <a:pt x="214530" y="28726"/>
                    </a:cubicBezTo>
                    <a:cubicBezTo>
                      <a:pt x="256377" y="62154"/>
                      <a:pt x="267219" y="104993"/>
                      <a:pt x="263097" y="156524"/>
                    </a:cubicBezTo>
                    <a:close/>
                    <a:moveTo>
                      <a:pt x="189708" y="61527"/>
                    </a:moveTo>
                    <a:cubicBezTo>
                      <a:pt x="109060" y="318"/>
                      <a:pt x="9147" y="82498"/>
                      <a:pt x="48036" y="171222"/>
                    </a:cubicBezTo>
                    <a:cubicBezTo>
                      <a:pt x="89436" y="265502"/>
                      <a:pt x="234871" y="228668"/>
                      <a:pt x="224834" y="119601"/>
                    </a:cubicBezTo>
                    <a:cubicBezTo>
                      <a:pt x="224388" y="114493"/>
                      <a:pt x="218918" y="97016"/>
                      <a:pt x="216949" y="91550"/>
                    </a:cubicBezTo>
                    <a:cubicBezTo>
                      <a:pt x="211393" y="75956"/>
                      <a:pt x="202073" y="70937"/>
                      <a:pt x="189708" y="61527"/>
                    </a:cubicBezTo>
                    <a:close/>
                  </a:path>
                </a:pathLst>
              </a:custGeom>
              <a:solidFill>
                <a:schemeClr val="accent1">
                  <a:lumMod val="75000"/>
                </a:schemeClr>
              </a:solidFill>
              <a:ln w="8960" cap="flat">
                <a:noFill/>
                <a:prstDash val="solid"/>
                <a:miter/>
              </a:ln>
            </p:spPr>
            <p:txBody>
              <a:bodyPr/>
              <a:lstStyle/>
              <a:p>
                <a:endParaRPr lang="fr-FR"/>
              </a:p>
            </p:txBody>
          </p:sp>
          <p:sp>
            <p:nvSpPr>
              <p:cNvPr id="24" name="Forme libre 42">
                <a:extLst>
                  <a:ext uri="{FF2B5EF4-FFF2-40B4-BE49-F238E27FC236}">
                    <a16:creationId xmlns:a16="http://schemas.microsoft.com/office/drawing/2014/main" id="{E1B933A7-2A26-B440-89C0-0B5F7FB94B9D}"/>
                  </a:ext>
                </a:extLst>
              </p:cNvPr>
              <p:cNvSpPr/>
              <p:nvPr/>
            </p:nvSpPr>
            <p:spPr>
              <a:xfrm>
                <a:off x="-11324530" y="-9146527"/>
                <a:ext cx="47689" cy="517568"/>
              </a:xfrm>
              <a:custGeom>
                <a:avLst/>
                <a:gdLst>
                  <a:gd name="csX0" fmla="*/ 43194 w 47689"/>
                  <a:gd name="csY0" fmla="*/ 297552 h 517568"/>
                  <a:gd name="csX1" fmla="*/ 41042 w 47689"/>
                  <a:gd name="csY1" fmla="*/ 351413 h 517568"/>
                  <a:gd name="csX2" fmla="*/ 22674 w 47689"/>
                  <a:gd name="csY2" fmla="*/ 491040 h 517568"/>
                  <a:gd name="csX3" fmla="*/ 7710 w 47689"/>
                  <a:gd name="csY3" fmla="*/ 517568 h 517568"/>
                  <a:gd name="csX4" fmla="*/ 6721 w 47689"/>
                  <a:gd name="csY4" fmla="*/ 6827 h 517568"/>
                  <a:gd name="csX5" fmla="*/ 0 w 47689"/>
                  <a:gd name="csY5" fmla="*/ 1359 h 517568"/>
                  <a:gd name="csX6" fmla="*/ 40237 w 47689"/>
                  <a:gd name="csY6" fmla="*/ 36311 h 517568"/>
                  <a:gd name="csX7" fmla="*/ 43194 w 47689"/>
                  <a:gd name="csY7" fmla="*/ 297552 h 517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7689" h="517568">
                    <a:moveTo>
                      <a:pt x="43194" y="297552"/>
                    </a:moveTo>
                    <a:cubicBezTo>
                      <a:pt x="42385" y="315386"/>
                      <a:pt x="42385" y="333579"/>
                      <a:pt x="41042" y="351413"/>
                    </a:cubicBezTo>
                    <a:cubicBezTo>
                      <a:pt x="37550" y="396850"/>
                      <a:pt x="33603" y="446769"/>
                      <a:pt x="22674" y="491040"/>
                    </a:cubicBezTo>
                    <a:cubicBezTo>
                      <a:pt x="20700" y="499016"/>
                      <a:pt x="18193" y="517568"/>
                      <a:pt x="7710" y="517568"/>
                    </a:cubicBezTo>
                    <a:lnTo>
                      <a:pt x="6721" y="6827"/>
                    </a:lnTo>
                    <a:lnTo>
                      <a:pt x="0" y="1359"/>
                    </a:lnTo>
                    <a:cubicBezTo>
                      <a:pt x="24555" y="-5451"/>
                      <a:pt x="36382" y="14444"/>
                      <a:pt x="40237" y="36311"/>
                    </a:cubicBezTo>
                    <a:cubicBezTo>
                      <a:pt x="52693" y="107917"/>
                      <a:pt x="46511" y="223257"/>
                      <a:pt x="43194" y="297552"/>
                    </a:cubicBezTo>
                    <a:close/>
                  </a:path>
                </a:pathLst>
              </a:custGeom>
              <a:solidFill>
                <a:schemeClr val="accent1"/>
              </a:solidFill>
              <a:ln w="8960" cap="flat">
                <a:noFill/>
                <a:prstDash val="solid"/>
                <a:miter/>
              </a:ln>
            </p:spPr>
            <p:txBody>
              <a:bodyPr/>
              <a:lstStyle/>
              <a:p>
                <a:endParaRPr lang="fr-FR"/>
              </a:p>
            </p:txBody>
          </p:sp>
          <p:sp>
            <p:nvSpPr>
              <p:cNvPr id="25" name="Forme libre 43">
                <a:extLst>
                  <a:ext uri="{FF2B5EF4-FFF2-40B4-BE49-F238E27FC236}">
                    <a16:creationId xmlns:a16="http://schemas.microsoft.com/office/drawing/2014/main" id="{4EEC23B2-4086-8C7A-1AFE-41362C94FF38}"/>
                  </a:ext>
                </a:extLst>
              </p:cNvPr>
              <p:cNvSpPr/>
              <p:nvPr/>
            </p:nvSpPr>
            <p:spPr>
              <a:xfrm>
                <a:off x="-11356443" y="-9145168"/>
                <a:ext cx="39622" cy="516209"/>
              </a:xfrm>
              <a:custGeom>
                <a:avLst/>
                <a:gdLst>
                  <a:gd name="csX0" fmla="*/ 31913 w 39622"/>
                  <a:gd name="csY0" fmla="*/ 0 h 516209"/>
                  <a:gd name="csX1" fmla="*/ 38634 w 39622"/>
                  <a:gd name="csY1" fmla="*/ 5468 h 516209"/>
                  <a:gd name="csX2" fmla="*/ 39623 w 39622"/>
                  <a:gd name="csY2" fmla="*/ 516209 h 516209"/>
                  <a:gd name="csX3" fmla="*/ 24479 w 39622"/>
                  <a:gd name="csY3" fmla="*/ 487531 h 516209"/>
                  <a:gd name="csX4" fmla="*/ 5569 w 39622"/>
                  <a:gd name="csY4" fmla="*/ 350234 h 516209"/>
                  <a:gd name="csX5" fmla="*/ 3241 w 39622"/>
                  <a:gd name="csY5" fmla="*/ 296372 h 516209"/>
                  <a:gd name="csX6" fmla="*/ 550 w 39622"/>
                  <a:gd name="csY6" fmla="*/ 131293 h 516209"/>
                  <a:gd name="csX7" fmla="*/ 7183 w 39622"/>
                  <a:gd name="csY7" fmla="*/ 29216 h 516209"/>
                  <a:gd name="csX8" fmla="*/ 31826 w 39622"/>
                  <a:gd name="csY8" fmla="*/ 0 h 5162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9622" h="516209">
                    <a:moveTo>
                      <a:pt x="31913" y="0"/>
                    </a:moveTo>
                    <a:lnTo>
                      <a:pt x="38634" y="5468"/>
                    </a:lnTo>
                    <a:lnTo>
                      <a:pt x="39623" y="516209"/>
                    </a:lnTo>
                    <a:cubicBezTo>
                      <a:pt x="28960" y="516209"/>
                      <a:pt x="26540" y="496135"/>
                      <a:pt x="24479" y="487531"/>
                    </a:cubicBezTo>
                    <a:cubicBezTo>
                      <a:pt x="14980" y="446395"/>
                      <a:pt x="8885" y="392534"/>
                      <a:pt x="5569" y="350234"/>
                    </a:cubicBezTo>
                    <a:cubicBezTo>
                      <a:pt x="4226" y="332489"/>
                      <a:pt x="4046" y="314207"/>
                      <a:pt x="3241" y="296372"/>
                    </a:cubicBezTo>
                    <a:cubicBezTo>
                      <a:pt x="642" y="241973"/>
                      <a:pt x="-881" y="186050"/>
                      <a:pt x="550" y="131293"/>
                    </a:cubicBezTo>
                    <a:cubicBezTo>
                      <a:pt x="1268" y="102436"/>
                      <a:pt x="1627" y="56371"/>
                      <a:pt x="7183" y="29216"/>
                    </a:cubicBezTo>
                    <a:cubicBezTo>
                      <a:pt x="10500" y="12906"/>
                      <a:pt x="15519" y="4571"/>
                      <a:pt x="31826" y="0"/>
                    </a:cubicBezTo>
                    <a:close/>
                  </a:path>
                </a:pathLst>
              </a:custGeom>
              <a:solidFill>
                <a:schemeClr val="accent1">
                  <a:lumMod val="75000"/>
                </a:schemeClr>
              </a:solidFill>
              <a:ln w="8960" cap="flat">
                <a:noFill/>
                <a:prstDash val="solid"/>
                <a:miter/>
              </a:ln>
            </p:spPr>
            <p:txBody>
              <a:bodyPr/>
              <a:lstStyle/>
              <a:p>
                <a:endParaRPr lang="fr-FR"/>
              </a:p>
            </p:txBody>
          </p:sp>
          <p:sp>
            <p:nvSpPr>
              <p:cNvPr id="26" name="Forme libre 44">
                <a:extLst>
                  <a:ext uri="{FF2B5EF4-FFF2-40B4-BE49-F238E27FC236}">
                    <a16:creationId xmlns:a16="http://schemas.microsoft.com/office/drawing/2014/main" id="{8A20A9D5-8A72-1F55-BDAD-D08CA518C72B}"/>
                  </a:ext>
                </a:extLst>
              </p:cNvPr>
              <p:cNvSpPr/>
              <p:nvPr/>
            </p:nvSpPr>
            <p:spPr>
              <a:xfrm>
                <a:off x="-11453266" y="-9447991"/>
                <a:ext cx="267363" cy="164585"/>
              </a:xfrm>
              <a:custGeom>
                <a:avLst/>
                <a:gdLst>
                  <a:gd name="csX0" fmla="*/ 267363 w 267363"/>
                  <a:gd name="csY0" fmla="*/ 37729 h 164585"/>
                  <a:gd name="csX1" fmla="*/ 43074 w 267363"/>
                  <a:gd name="csY1" fmla="*/ 131293 h 164585"/>
                  <a:gd name="csX2" fmla="*/ 4719 w 267363"/>
                  <a:gd name="csY2" fmla="*/ 0 h 164585"/>
                  <a:gd name="csX3" fmla="*/ 267363 w 267363"/>
                  <a:gd name="csY3" fmla="*/ 37640 h 164585"/>
                </a:gdLst>
                <a:ahLst/>
                <a:cxnLst>
                  <a:cxn ang="0">
                    <a:pos x="csX0" y="csY0"/>
                  </a:cxn>
                  <a:cxn ang="0">
                    <a:pos x="csX1" y="csY1"/>
                  </a:cxn>
                  <a:cxn ang="0">
                    <a:pos x="csX2" y="csY2"/>
                  </a:cxn>
                  <a:cxn ang="0">
                    <a:pos x="csX3" y="csY3"/>
                  </a:cxn>
                </a:cxnLst>
                <a:rect l="l" t="t" r="r" b="b"/>
                <a:pathLst>
                  <a:path w="267363" h="164585">
                    <a:moveTo>
                      <a:pt x="267363" y="37729"/>
                    </a:moveTo>
                    <a:cubicBezTo>
                      <a:pt x="258315" y="149485"/>
                      <a:pt x="128202" y="204601"/>
                      <a:pt x="43074" y="131293"/>
                    </a:cubicBezTo>
                    <a:cubicBezTo>
                      <a:pt x="4001" y="97686"/>
                      <a:pt x="-7646" y="49648"/>
                      <a:pt x="4719" y="0"/>
                    </a:cubicBezTo>
                    <a:cubicBezTo>
                      <a:pt x="-7467" y="172428"/>
                      <a:pt x="230084" y="200569"/>
                      <a:pt x="267363" y="37640"/>
                    </a:cubicBezTo>
                    <a:close/>
                  </a:path>
                </a:pathLst>
              </a:custGeom>
              <a:solidFill>
                <a:srgbClr val="DAD4C2"/>
              </a:solidFill>
              <a:ln w="8960" cap="flat">
                <a:noFill/>
                <a:prstDash val="solid"/>
                <a:miter/>
              </a:ln>
            </p:spPr>
            <p:txBody>
              <a:bodyPr/>
              <a:lstStyle/>
              <a:p>
                <a:endParaRPr lang="fr-FR"/>
              </a:p>
            </p:txBody>
          </p:sp>
          <p:sp>
            <p:nvSpPr>
              <p:cNvPr id="27" name="Forme libre 45">
                <a:extLst>
                  <a:ext uri="{FF2B5EF4-FFF2-40B4-BE49-F238E27FC236}">
                    <a16:creationId xmlns:a16="http://schemas.microsoft.com/office/drawing/2014/main" id="{7B2FCC14-B3B6-31E9-64CF-87A348F1FB5D}"/>
                  </a:ext>
                </a:extLst>
              </p:cNvPr>
              <p:cNvSpPr/>
              <p:nvPr/>
            </p:nvSpPr>
            <p:spPr>
              <a:xfrm>
                <a:off x="-11409628" y="-9526395"/>
                <a:ext cx="185948" cy="184785"/>
              </a:xfrm>
              <a:custGeom>
                <a:avLst/>
                <a:gdLst>
                  <a:gd name="csX0" fmla="*/ 150336 w 185948"/>
                  <a:gd name="csY0" fmla="*/ 21137 h 184785"/>
                  <a:gd name="csX1" fmla="*/ 177577 w 185948"/>
                  <a:gd name="csY1" fmla="*/ 51159 h 184785"/>
                  <a:gd name="csX2" fmla="*/ 185462 w 185948"/>
                  <a:gd name="csY2" fmla="*/ 79210 h 184785"/>
                  <a:gd name="csX3" fmla="*/ 8663 w 185948"/>
                  <a:gd name="csY3" fmla="*/ 130831 h 184785"/>
                  <a:gd name="csX4" fmla="*/ 150336 w 185948"/>
                  <a:gd name="csY4" fmla="*/ 21137 h 184785"/>
                </a:gdLst>
                <a:ahLst/>
                <a:cxnLst>
                  <a:cxn ang="0">
                    <a:pos x="csX0" y="csY0"/>
                  </a:cxn>
                  <a:cxn ang="0">
                    <a:pos x="csX1" y="csY1"/>
                  </a:cxn>
                  <a:cxn ang="0">
                    <a:pos x="csX2" y="csY2"/>
                  </a:cxn>
                  <a:cxn ang="0">
                    <a:pos x="csX3" y="csY3"/>
                  </a:cxn>
                  <a:cxn ang="0">
                    <a:pos x="csX4" y="csY4"/>
                  </a:cxn>
                </a:cxnLst>
                <a:rect l="l" t="t" r="r" b="b"/>
                <a:pathLst>
                  <a:path w="185948" h="184785">
                    <a:moveTo>
                      <a:pt x="150336" y="21137"/>
                    </a:moveTo>
                    <a:cubicBezTo>
                      <a:pt x="162701" y="30546"/>
                      <a:pt x="172020" y="35565"/>
                      <a:pt x="177577" y="51159"/>
                    </a:cubicBezTo>
                    <a:cubicBezTo>
                      <a:pt x="179546" y="56715"/>
                      <a:pt x="185015" y="74102"/>
                      <a:pt x="185462" y="79210"/>
                    </a:cubicBezTo>
                    <a:cubicBezTo>
                      <a:pt x="195407" y="188188"/>
                      <a:pt x="49972" y="225111"/>
                      <a:pt x="8663" y="130831"/>
                    </a:cubicBezTo>
                    <a:cubicBezTo>
                      <a:pt x="-30226" y="42197"/>
                      <a:pt x="69775" y="-39984"/>
                      <a:pt x="150336" y="21137"/>
                    </a:cubicBezTo>
                    <a:close/>
                  </a:path>
                </a:pathLst>
              </a:custGeom>
              <a:solidFill>
                <a:schemeClr val="accent5"/>
              </a:solidFill>
              <a:ln w="8960" cap="flat">
                <a:noFill/>
                <a:prstDash val="solid"/>
                <a:miter/>
              </a:ln>
            </p:spPr>
            <p:txBody>
              <a:bodyPr/>
              <a:lstStyle/>
              <a:p>
                <a:endParaRPr lang="fr-FR"/>
              </a:p>
            </p:txBody>
          </p:sp>
        </p:grpSp>
      </p:grpSp>
      <p:sp>
        <p:nvSpPr>
          <p:cNvPr id="28" name="TextBox 27">
            <a:extLst>
              <a:ext uri="{FF2B5EF4-FFF2-40B4-BE49-F238E27FC236}">
                <a16:creationId xmlns:a16="http://schemas.microsoft.com/office/drawing/2014/main" id="{E9B3AFAA-B313-CCB9-89B7-9E375281BA0E}"/>
              </a:ext>
            </a:extLst>
          </p:cNvPr>
          <p:cNvSpPr txBox="1"/>
          <p:nvPr/>
        </p:nvSpPr>
        <p:spPr>
          <a:xfrm>
            <a:off x="767408" y="3892986"/>
            <a:ext cx="4908229" cy="400110"/>
          </a:xfrm>
          <a:prstGeom prst="rect">
            <a:avLst/>
          </a:prstGeom>
          <a:noFill/>
        </p:spPr>
        <p:txBody>
          <a:bodyPr wrap="square" lIns="0" rIns="0" rtlCol="0" anchor="b">
            <a:spAutoFit/>
          </a:bodyPr>
          <a:lstStyle/>
          <a:p>
            <a:pPr algn="ctr"/>
            <a:r>
              <a:rPr lang="en-US" sz="2000" b="1" dirty="0">
                <a:solidFill>
                  <a:schemeClr val="bg1"/>
                </a:solidFill>
              </a:rPr>
              <a:t>Integrated Learning Experience</a:t>
            </a:r>
          </a:p>
        </p:txBody>
      </p:sp>
      <p:sp>
        <p:nvSpPr>
          <p:cNvPr id="29" name="TextBox 28">
            <a:extLst>
              <a:ext uri="{FF2B5EF4-FFF2-40B4-BE49-F238E27FC236}">
                <a16:creationId xmlns:a16="http://schemas.microsoft.com/office/drawing/2014/main" id="{896ECD4B-43AB-FCB2-11C9-0FB4B8E91A7C}"/>
              </a:ext>
            </a:extLst>
          </p:cNvPr>
          <p:cNvSpPr txBox="1"/>
          <p:nvPr/>
        </p:nvSpPr>
        <p:spPr>
          <a:xfrm>
            <a:off x="1311054" y="4284797"/>
            <a:ext cx="2926080" cy="738664"/>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400" noProof="1">
                <a:solidFill>
                  <a:schemeClr val="bg2"/>
                </a:solidFill>
              </a:rPr>
              <a:t>Embedded video learning</a:t>
            </a:r>
          </a:p>
          <a:p>
            <a:pPr marL="171450" indent="-171450">
              <a:buFont typeface="Arial" panose="020B0604020202020204" pitchFamily="34" charset="0"/>
              <a:buChar char="•"/>
            </a:pPr>
            <a:r>
              <a:rPr lang="en-US" sz="1400" noProof="1">
                <a:solidFill>
                  <a:schemeClr val="bg2"/>
                </a:solidFill>
              </a:rPr>
              <a:t>Skill appointment by Managers</a:t>
            </a:r>
          </a:p>
          <a:p>
            <a:pPr marL="171450" indent="-171450">
              <a:buFont typeface="Arial" panose="020B0604020202020204" pitchFamily="34" charset="0"/>
              <a:buChar char="•"/>
            </a:pPr>
            <a:r>
              <a:rPr lang="en-US" sz="1400" noProof="1">
                <a:solidFill>
                  <a:schemeClr val="bg2"/>
                </a:solidFill>
              </a:rPr>
              <a:t>Time‑based learning plans</a:t>
            </a:r>
          </a:p>
        </p:txBody>
      </p:sp>
      <p:sp>
        <p:nvSpPr>
          <p:cNvPr id="30" name="TextBox 29">
            <a:extLst>
              <a:ext uri="{FF2B5EF4-FFF2-40B4-BE49-F238E27FC236}">
                <a16:creationId xmlns:a16="http://schemas.microsoft.com/office/drawing/2014/main" id="{5FBB1FED-D93C-8F6C-5423-92D8255F04B5}"/>
              </a:ext>
            </a:extLst>
          </p:cNvPr>
          <p:cNvSpPr txBox="1"/>
          <p:nvPr/>
        </p:nvSpPr>
        <p:spPr>
          <a:xfrm>
            <a:off x="7295359" y="4457575"/>
            <a:ext cx="2926080" cy="400110"/>
          </a:xfrm>
          <a:prstGeom prst="rect">
            <a:avLst/>
          </a:prstGeom>
          <a:noFill/>
        </p:spPr>
        <p:txBody>
          <a:bodyPr wrap="square" lIns="0" rIns="0" rtlCol="0" anchor="b">
            <a:spAutoFit/>
          </a:bodyPr>
          <a:lstStyle/>
          <a:p>
            <a:pPr algn="ctr"/>
            <a:r>
              <a:rPr lang="en-US" sz="2000" b="1" dirty="0">
                <a:solidFill>
                  <a:schemeClr val="bg1"/>
                </a:solidFill>
              </a:rPr>
              <a:t>Proactive Intelligence</a:t>
            </a:r>
          </a:p>
        </p:txBody>
      </p:sp>
      <p:sp>
        <p:nvSpPr>
          <p:cNvPr id="31" name="TextBox 30">
            <a:extLst>
              <a:ext uri="{FF2B5EF4-FFF2-40B4-BE49-F238E27FC236}">
                <a16:creationId xmlns:a16="http://schemas.microsoft.com/office/drawing/2014/main" id="{7E330909-254D-FCA2-340C-D31DCBCA5629}"/>
              </a:ext>
            </a:extLst>
          </p:cNvPr>
          <p:cNvSpPr txBox="1"/>
          <p:nvPr/>
        </p:nvSpPr>
        <p:spPr>
          <a:xfrm>
            <a:off x="7453802" y="4852768"/>
            <a:ext cx="2926080" cy="738664"/>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400" dirty="0">
                <a:solidFill>
                  <a:schemeClr val="bg2"/>
                </a:solidFill>
              </a:rPr>
              <a:t>Readiness nudges</a:t>
            </a:r>
          </a:p>
          <a:p>
            <a:pPr marL="171450" indent="-171450">
              <a:buFont typeface="Arial" panose="020B0604020202020204" pitchFamily="34" charset="0"/>
              <a:buChar char="•"/>
            </a:pPr>
            <a:r>
              <a:rPr lang="en-US" sz="1400" dirty="0">
                <a:solidFill>
                  <a:schemeClr val="bg2"/>
                </a:solidFill>
              </a:rPr>
              <a:t>Learning debt alerts</a:t>
            </a:r>
          </a:p>
          <a:p>
            <a:pPr marL="171450" indent="-171450">
              <a:buFont typeface="Arial" panose="020B0604020202020204" pitchFamily="34" charset="0"/>
              <a:buChar char="•"/>
            </a:pPr>
            <a:r>
              <a:rPr lang="en-US" sz="1400" dirty="0">
                <a:solidFill>
                  <a:schemeClr val="bg2"/>
                </a:solidFill>
              </a:rPr>
              <a:t>Adaptive learning paths</a:t>
            </a:r>
          </a:p>
        </p:txBody>
      </p:sp>
      <p:sp>
        <p:nvSpPr>
          <p:cNvPr id="32" name="TextBox 31">
            <a:extLst>
              <a:ext uri="{FF2B5EF4-FFF2-40B4-BE49-F238E27FC236}">
                <a16:creationId xmlns:a16="http://schemas.microsoft.com/office/drawing/2014/main" id="{841AC72D-1C4F-009B-828B-76659A67C229}"/>
              </a:ext>
            </a:extLst>
          </p:cNvPr>
          <p:cNvSpPr txBox="1"/>
          <p:nvPr/>
        </p:nvSpPr>
        <p:spPr>
          <a:xfrm>
            <a:off x="2063552" y="2132856"/>
            <a:ext cx="3024336" cy="400110"/>
          </a:xfrm>
          <a:prstGeom prst="rect">
            <a:avLst/>
          </a:prstGeom>
          <a:noFill/>
        </p:spPr>
        <p:txBody>
          <a:bodyPr wrap="square" lIns="0" rIns="0" rtlCol="0" anchor="b">
            <a:spAutoFit/>
          </a:bodyPr>
          <a:lstStyle/>
          <a:p>
            <a:pPr algn="ctr"/>
            <a:r>
              <a:rPr lang="en-US" sz="2000" b="1" noProof="1">
                <a:solidFill>
                  <a:schemeClr val="bg1"/>
                </a:solidFill>
              </a:rPr>
              <a:t>AI Customisation</a:t>
            </a:r>
          </a:p>
        </p:txBody>
      </p:sp>
      <p:sp>
        <p:nvSpPr>
          <p:cNvPr id="33" name="TextBox 32">
            <a:extLst>
              <a:ext uri="{FF2B5EF4-FFF2-40B4-BE49-F238E27FC236}">
                <a16:creationId xmlns:a16="http://schemas.microsoft.com/office/drawing/2014/main" id="{7BA0E057-C79B-313C-AC3E-A7191FD755FA}"/>
              </a:ext>
            </a:extLst>
          </p:cNvPr>
          <p:cNvSpPr txBox="1"/>
          <p:nvPr/>
        </p:nvSpPr>
        <p:spPr>
          <a:xfrm>
            <a:off x="2483715" y="2494637"/>
            <a:ext cx="3180237" cy="738664"/>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400" noProof="1">
                <a:solidFill>
                  <a:schemeClr val="bg2"/>
                </a:solidFill>
              </a:rPr>
              <a:t>Role‑specific guidance</a:t>
            </a:r>
          </a:p>
          <a:p>
            <a:pPr marL="171450" indent="-171450">
              <a:buFont typeface="Arial" panose="020B0604020202020204" pitchFamily="34" charset="0"/>
              <a:buChar char="•"/>
            </a:pPr>
            <a:r>
              <a:rPr lang="en-US" sz="1400" noProof="1">
                <a:solidFill>
                  <a:schemeClr val="bg2"/>
                </a:solidFill>
              </a:rPr>
              <a:t>Domain &amp; industry awareness</a:t>
            </a:r>
          </a:p>
          <a:p>
            <a:pPr marL="171450" indent="-171450">
              <a:buFont typeface="Arial" panose="020B0604020202020204" pitchFamily="34" charset="0"/>
              <a:buChar char="•"/>
            </a:pPr>
            <a:r>
              <a:rPr lang="en-US" sz="1400" noProof="1">
                <a:solidFill>
                  <a:schemeClr val="bg2"/>
                </a:solidFill>
              </a:rPr>
              <a:t>Smarter response guardrails</a:t>
            </a:r>
          </a:p>
        </p:txBody>
      </p:sp>
      <p:sp>
        <p:nvSpPr>
          <p:cNvPr id="34" name="TextBox 33">
            <a:extLst>
              <a:ext uri="{FF2B5EF4-FFF2-40B4-BE49-F238E27FC236}">
                <a16:creationId xmlns:a16="http://schemas.microsoft.com/office/drawing/2014/main" id="{5EBB8FD7-1F8D-C5AB-BDD6-EDC876AC738E}"/>
              </a:ext>
            </a:extLst>
          </p:cNvPr>
          <p:cNvSpPr txBox="1"/>
          <p:nvPr/>
        </p:nvSpPr>
        <p:spPr>
          <a:xfrm>
            <a:off x="7346384" y="2636912"/>
            <a:ext cx="4232574" cy="400110"/>
          </a:xfrm>
          <a:prstGeom prst="rect">
            <a:avLst/>
          </a:prstGeom>
          <a:noFill/>
        </p:spPr>
        <p:txBody>
          <a:bodyPr wrap="square" lIns="0" rIns="0" rtlCol="0" anchor="b">
            <a:spAutoFit/>
          </a:bodyPr>
          <a:lstStyle/>
          <a:p>
            <a:pPr algn="ctr"/>
            <a:r>
              <a:rPr lang="en-US" sz="2000" b="1" dirty="0">
                <a:solidFill>
                  <a:schemeClr val="bg1"/>
                </a:solidFill>
              </a:rPr>
              <a:t>Skill Validation &amp; Feedback</a:t>
            </a:r>
          </a:p>
        </p:txBody>
      </p:sp>
      <p:sp>
        <p:nvSpPr>
          <p:cNvPr id="35" name="TextBox 34">
            <a:extLst>
              <a:ext uri="{FF2B5EF4-FFF2-40B4-BE49-F238E27FC236}">
                <a16:creationId xmlns:a16="http://schemas.microsoft.com/office/drawing/2014/main" id="{69C2187F-0807-1D11-EF2F-7096B9F70434}"/>
              </a:ext>
            </a:extLst>
          </p:cNvPr>
          <p:cNvSpPr txBox="1"/>
          <p:nvPr/>
        </p:nvSpPr>
        <p:spPr>
          <a:xfrm>
            <a:off x="7813197" y="3006576"/>
            <a:ext cx="2926080" cy="738664"/>
          </a:xfrm>
          <a:prstGeom prst="rect">
            <a:avLst/>
          </a:prstGeom>
          <a:noFill/>
        </p:spPr>
        <p:txBody>
          <a:bodyPr wrap="square" lIns="0" rIns="0" rtlCol="0" anchor="t">
            <a:spAutoFit/>
          </a:bodyPr>
          <a:lstStyle/>
          <a:p>
            <a:pPr marL="171450" indent="-171450">
              <a:buFont typeface="Arial" panose="020B0604020202020204" pitchFamily="34" charset="0"/>
              <a:buChar char="•"/>
            </a:pPr>
            <a:r>
              <a:rPr lang="en-US" sz="1400" dirty="0">
                <a:solidFill>
                  <a:schemeClr val="bg2"/>
                </a:solidFill>
              </a:rPr>
              <a:t>Quizzes &amp; micro‑assessments</a:t>
            </a:r>
          </a:p>
          <a:p>
            <a:pPr marL="171450" indent="-171450">
              <a:buFont typeface="Arial" panose="020B0604020202020204" pitchFamily="34" charset="0"/>
              <a:buChar char="•"/>
            </a:pPr>
            <a:r>
              <a:rPr lang="en-US" sz="1400" dirty="0">
                <a:solidFill>
                  <a:schemeClr val="bg2"/>
                </a:solidFill>
              </a:rPr>
              <a:t>Readiness recalibration</a:t>
            </a:r>
          </a:p>
          <a:p>
            <a:pPr marL="171450" indent="-171450">
              <a:buFont typeface="Arial" panose="020B0604020202020204" pitchFamily="34" charset="0"/>
              <a:buChar char="•"/>
            </a:pPr>
            <a:r>
              <a:rPr lang="en-US" sz="1400" dirty="0">
                <a:solidFill>
                  <a:schemeClr val="bg2"/>
                </a:solidFill>
              </a:rPr>
              <a:t>Evidence‑based feedback system</a:t>
            </a:r>
          </a:p>
        </p:txBody>
      </p:sp>
      <p:sp>
        <p:nvSpPr>
          <p:cNvPr id="36" name="Graphic 34" descr="Badge with solid fill">
            <a:extLst>
              <a:ext uri="{FF2B5EF4-FFF2-40B4-BE49-F238E27FC236}">
                <a16:creationId xmlns:a16="http://schemas.microsoft.com/office/drawing/2014/main" id="{68976EB9-4D05-6CB9-C1A0-B252B50A4457}"/>
              </a:ext>
            </a:extLst>
          </p:cNvPr>
          <p:cNvSpPr/>
          <p:nvPr/>
        </p:nvSpPr>
        <p:spPr>
          <a:xfrm>
            <a:off x="6019614" y="4148573"/>
            <a:ext cx="274320" cy="274320"/>
          </a:xfrm>
          <a:custGeom>
            <a:avLst/>
            <a:gdLst>
              <a:gd name="csX0" fmla="*/ 361750 w 723499"/>
              <a:gd name="csY0" fmla="*/ 0 h 723499"/>
              <a:gd name="csX1" fmla="*/ 0 w 723499"/>
              <a:gd name="csY1" fmla="*/ 361750 h 723499"/>
              <a:gd name="csX2" fmla="*/ 361750 w 723499"/>
              <a:gd name="csY2" fmla="*/ 723500 h 723499"/>
              <a:gd name="csX3" fmla="*/ 723500 w 723499"/>
              <a:gd name="csY3" fmla="*/ 361750 h 723499"/>
              <a:gd name="csX4" fmla="*/ 723500 w 723499"/>
              <a:gd name="csY4" fmla="*/ 361721 h 723499"/>
              <a:gd name="csX5" fmla="*/ 362026 w 723499"/>
              <a:gd name="csY5" fmla="*/ 0 h 723499"/>
              <a:gd name="csX6" fmla="*/ 361750 w 723499"/>
              <a:gd name="csY6" fmla="*/ 0 h 723499"/>
              <a:gd name="csX7" fmla="*/ 465172 w 723499"/>
              <a:gd name="csY7" fmla="*/ 523961 h 723499"/>
              <a:gd name="csX8" fmla="*/ 258337 w 723499"/>
              <a:gd name="csY8" fmla="*/ 523961 h 723499"/>
              <a:gd name="csX9" fmla="*/ 258337 w 723499"/>
              <a:gd name="csY9" fmla="*/ 493605 h 723499"/>
              <a:gd name="csX10" fmla="*/ 265290 w 723499"/>
              <a:gd name="csY10" fmla="*/ 456457 h 723499"/>
              <a:gd name="csX11" fmla="*/ 284417 w 723499"/>
              <a:gd name="csY11" fmla="*/ 425977 h 723499"/>
              <a:gd name="csX12" fmla="*/ 312734 w 723499"/>
              <a:gd name="csY12" fmla="*/ 400050 h 723499"/>
              <a:gd name="csX13" fmla="*/ 347520 w 723499"/>
              <a:gd name="csY13" fmla="*/ 376647 h 723499"/>
              <a:gd name="csX14" fmla="*/ 377047 w 723499"/>
              <a:gd name="csY14" fmla="*/ 355454 h 723499"/>
              <a:gd name="csX15" fmla="*/ 395421 w 723499"/>
              <a:gd name="csY15" fmla="*/ 335280 h 723499"/>
              <a:gd name="csX16" fmla="*/ 404765 w 723499"/>
              <a:gd name="csY16" fmla="*/ 314877 h 723499"/>
              <a:gd name="csX17" fmla="*/ 407289 w 723499"/>
              <a:gd name="csY17" fmla="*/ 292103 h 723499"/>
              <a:gd name="csX18" fmla="*/ 404127 w 723499"/>
              <a:gd name="csY18" fmla="*/ 272501 h 723499"/>
              <a:gd name="csX19" fmla="*/ 394792 w 723499"/>
              <a:gd name="csY19" fmla="*/ 255899 h 723499"/>
              <a:gd name="csX20" fmla="*/ 378981 w 723499"/>
              <a:gd name="csY20" fmla="*/ 244469 h 723499"/>
              <a:gd name="csX21" fmla="*/ 356692 w 723499"/>
              <a:gd name="csY21" fmla="*/ 240201 h 723499"/>
              <a:gd name="csX22" fmla="*/ 313677 w 723499"/>
              <a:gd name="csY22" fmla="*/ 250327 h 723499"/>
              <a:gd name="csX23" fmla="*/ 275415 w 723499"/>
              <a:gd name="csY23" fmla="*/ 277520 h 723499"/>
              <a:gd name="csX24" fmla="*/ 275415 w 723499"/>
              <a:gd name="csY24" fmla="*/ 228181 h 723499"/>
              <a:gd name="csX25" fmla="*/ 313830 w 723499"/>
              <a:gd name="csY25" fmla="*/ 206045 h 723499"/>
              <a:gd name="csX26" fmla="*/ 361455 w 723499"/>
              <a:gd name="csY26" fmla="*/ 199377 h 723499"/>
              <a:gd name="csX27" fmla="*/ 399402 w 723499"/>
              <a:gd name="csY27" fmla="*/ 205092 h 723499"/>
              <a:gd name="csX28" fmla="*/ 430397 w 723499"/>
              <a:gd name="csY28" fmla="*/ 221694 h 723499"/>
              <a:gd name="csX29" fmla="*/ 451275 w 723499"/>
              <a:gd name="csY29" fmla="*/ 248888 h 723499"/>
              <a:gd name="csX30" fmla="*/ 458895 w 723499"/>
              <a:gd name="csY30" fmla="*/ 286036 h 723499"/>
              <a:gd name="csX31" fmla="*/ 454924 w 723499"/>
              <a:gd name="csY31" fmla="*/ 320183 h 723499"/>
              <a:gd name="csX32" fmla="*/ 441893 w 723499"/>
              <a:gd name="csY32" fmla="*/ 349701 h 723499"/>
              <a:gd name="csX33" fmla="*/ 418348 w 723499"/>
              <a:gd name="csY33" fmla="*/ 376590 h 723499"/>
              <a:gd name="csX34" fmla="*/ 382924 w 723499"/>
              <a:gd name="csY34" fmla="*/ 402831 h 723499"/>
              <a:gd name="csX35" fmla="*/ 352558 w 723499"/>
              <a:gd name="csY35" fmla="*/ 422758 h 723499"/>
              <a:gd name="csX36" fmla="*/ 329936 w 723499"/>
              <a:gd name="csY36" fmla="*/ 440941 h 723499"/>
              <a:gd name="csX37" fmla="*/ 315878 w 723499"/>
              <a:gd name="csY37" fmla="*/ 459600 h 723499"/>
              <a:gd name="csX38" fmla="*/ 311115 w 723499"/>
              <a:gd name="csY38" fmla="*/ 480955 h 723499"/>
              <a:gd name="csX39" fmla="*/ 465134 w 723499"/>
              <a:gd name="csY39" fmla="*/ 480955 h 7234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723499" h="723499">
                <a:moveTo>
                  <a:pt x="361750" y="0"/>
                </a:moveTo>
                <a:cubicBezTo>
                  <a:pt x="161961" y="0"/>
                  <a:pt x="0" y="161961"/>
                  <a:pt x="0" y="361750"/>
                </a:cubicBezTo>
                <a:cubicBezTo>
                  <a:pt x="0" y="561539"/>
                  <a:pt x="161961" y="723500"/>
                  <a:pt x="361750" y="723500"/>
                </a:cubicBezTo>
                <a:cubicBezTo>
                  <a:pt x="561539" y="723500"/>
                  <a:pt x="723500" y="561539"/>
                  <a:pt x="723500" y="361750"/>
                </a:cubicBezTo>
                <a:cubicBezTo>
                  <a:pt x="723500" y="361740"/>
                  <a:pt x="723500" y="361731"/>
                  <a:pt x="723500" y="361721"/>
                </a:cubicBezTo>
                <a:cubicBezTo>
                  <a:pt x="723569" y="162016"/>
                  <a:pt x="561731" y="69"/>
                  <a:pt x="362026" y="0"/>
                </a:cubicBezTo>
                <a:cubicBezTo>
                  <a:pt x="361934" y="0"/>
                  <a:pt x="361842" y="0"/>
                  <a:pt x="361750" y="0"/>
                </a:cubicBezTo>
                <a:close/>
                <a:moveTo>
                  <a:pt x="465172" y="523961"/>
                </a:moveTo>
                <a:lnTo>
                  <a:pt x="258337" y="523961"/>
                </a:lnTo>
                <a:lnTo>
                  <a:pt x="258337" y="493605"/>
                </a:lnTo>
                <a:cubicBezTo>
                  <a:pt x="258148" y="480882"/>
                  <a:pt x="260513" y="468250"/>
                  <a:pt x="265290" y="456457"/>
                </a:cubicBezTo>
                <a:cubicBezTo>
                  <a:pt x="269973" y="445328"/>
                  <a:pt x="276432" y="435033"/>
                  <a:pt x="284417" y="425977"/>
                </a:cubicBezTo>
                <a:cubicBezTo>
                  <a:pt x="292914" y="416360"/>
                  <a:pt x="302406" y="407669"/>
                  <a:pt x="312734" y="400050"/>
                </a:cubicBezTo>
                <a:cubicBezTo>
                  <a:pt x="323491" y="392042"/>
                  <a:pt x="335087" y="384241"/>
                  <a:pt x="347520" y="376647"/>
                </a:cubicBezTo>
                <a:cubicBezTo>
                  <a:pt x="357931" y="370412"/>
                  <a:pt x="367808" y="363324"/>
                  <a:pt x="377047" y="355454"/>
                </a:cubicBezTo>
                <a:cubicBezTo>
                  <a:pt x="383994" y="349527"/>
                  <a:pt x="390167" y="342749"/>
                  <a:pt x="395421" y="335280"/>
                </a:cubicBezTo>
                <a:cubicBezTo>
                  <a:pt x="399745" y="329101"/>
                  <a:pt x="402911" y="322188"/>
                  <a:pt x="404765" y="314877"/>
                </a:cubicBezTo>
                <a:cubicBezTo>
                  <a:pt x="406502" y="307413"/>
                  <a:pt x="407350" y="299768"/>
                  <a:pt x="407289" y="292103"/>
                </a:cubicBezTo>
                <a:cubicBezTo>
                  <a:pt x="407300" y="285441"/>
                  <a:pt x="406233" y="278822"/>
                  <a:pt x="404127" y="272501"/>
                </a:cubicBezTo>
                <a:cubicBezTo>
                  <a:pt x="402144" y="266404"/>
                  <a:pt x="398971" y="260761"/>
                  <a:pt x="394792" y="255899"/>
                </a:cubicBezTo>
                <a:cubicBezTo>
                  <a:pt x="390438" y="250959"/>
                  <a:pt x="385037" y="247054"/>
                  <a:pt x="378981" y="244469"/>
                </a:cubicBezTo>
                <a:cubicBezTo>
                  <a:pt x="371932" y="241502"/>
                  <a:pt x="364339" y="240047"/>
                  <a:pt x="356692" y="240201"/>
                </a:cubicBezTo>
                <a:cubicBezTo>
                  <a:pt x="341757" y="240145"/>
                  <a:pt x="327019" y="243614"/>
                  <a:pt x="313677" y="250327"/>
                </a:cubicBezTo>
                <a:cubicBezTo>
                  <a:pt x="299647" y="257446"/>
                  <a:pt x="286752" y="266610"/>
                  <a:pt x="275415" y="277520"/>
                </a:cubicBezTo>
                <a:lnTo>
                  <a:pt x="275415" y="228181"/>
                </a:lnTo>
                <a:cubicBezTo>
                  <a:pt x="286370" y="217977"/>
                  <a:pt x="299508" y="210405"/>
                  <a:pt x="313830" y="206045"/>
                </a:cubicBezTo>
                <a:cubicBezTo>
                  <a:pt x="329284" y="201462"/>
                  <a:pt x="345336" y="199214"/>
                  <a:pt x="361455" y="199377"/>
                </a:cubicBezTo>
                <a:cubicBezTo>
                  <a:pt x="374325" y="199288"/>
                  <a:pt x="387129" y="201217"/>
                  <a:pt x="399402" y="205092"/>
                </a:cubicBezTo>
                <a:cubicBezTo>
                  <a:pt x="410695" y="208606"/>
                  <a:pt x="421215" y="214241"/>
                  <a:pt x="430397" y="221694"/>
                </a:cubicBezTo>
                <a:cubicBezTo>
                  <a:pt x="439324" y="229062"/>
                  <a:pt x="446463" y="238360"/>
                  <a:pt x="451275" y="248888"/>
                </a:cubicBezTo>
                <a:cubicBezTo>
                  <a:pt x="456514" y="260560"/>
                  <a:pt x="459115" y="273244"/>
                  <a:pt x="458895" y="286036"/>
                </a:cubicBezTo>
                <a:cubicBezTo>
                  <a:pt x="459007" y="297540"/>
                  <a:pt x="457672" y="309012"/>
                  <a:pt x="454924" y="320183"/>
                </a:cubicBezTo>
                <a:cubicBezTo>
                  <a:pt x="452230" y="330671"/>
                  <a:pt x="447828" y="340644"/>
                  <a:pt x="441893" y="349701"/>
                </a:cubicBezTo>
                <a:cubicBezTo>
                  <a:pt x="435278" y="359673"/>
                  <a:pt x="427359" y="368716"/>
                  <a:pt x="418348" y="376590"/>
                </a:cubicBezTo>
                <a:cubicBezTo>
                  <a:pt x="407255" y="386264"/>
                  <a:pt x="395409" y="395038"/>
                  <a:pt x="382924" y="402831"/>
                </a:cubicBezTo>
                <a:cubicBezTo>
                  <a:pt x="371532" y="410006"/>
                  <a:pt x="361410" y="416649"/>
                  <a:pt x="352558" y="422758"/>
                </a:cubicBezTo>
                <a:cubicBezTo>
                  <a:pt x="344540" y="428200"/>
                  <a:pt x="336975" y="434281"/>
                  <a:pt x="329936" y="440941"/>
                </a:cubicBezTo>
                <a:cubicBezTo>
                  <a:pt x="324212" y="446306"/>
                  <a:pt x="319456" y="452619"/>
                  <a:pt x="315878" y="459600"/>
                </a:cubicBezTo>
                <a:cubicBezTo>
                  <a:pt x="312659" y="466254"/>
                  <a:pt x="311029" y="473564"/>
                  <a:pt x="311115" y="480955"/>
                </a:cubicBezTo>
                <a:lnTo>
                  <a:pt x="465134" y="480955"/>
                </a:lnTo>
                <a:close/>
              </a:path>
            </a:pathLst>
          </a:custGeom>
          <a:solidFill>
            <a:schemeClr val="tx2">
              <a:alpha val="50000"/>
            </a:schemeClr>
          </a:solidFill>
          <a:ln w="9525" cap="flat">
            <a:noFill/>
            <a:prstDash val="solid"/>
            <a:miter/>
          </a:ln>
        </p:spPr>
        <p:txBody>
          <a:bodyPr/>
          <a:lstStyle/>
          <a:p>
            <a:endParaRPr lang="en-US"/>
          </a:p>
        </p:txBody>
      </p:sp>
      <p:sp>
        <p:nvSpPr>
          <p:cNvPr id="37" name="Graphic 35" descr="Badge 3 with solid fill">
            <a:extLst>
              <a:ext uri="{FF2B5EF4-FFF2-40B4-BE49-F238E27FC236}">
                <a16:creationId xmlns:a16="http://schemas.microsoft.com/office/drawing/2014/main" id="{DA60E53A-3FD5-B5B5-5134-7BFA0108CB6F}"/>
              </a:ext>
            </a:extLst>
          </p:cNvPr>
          <p:cNvSpPr/>
          <p:nvPr/>
        </p:nvSpPr>
        <p:spPr>
          <a:xfrm>
            <a:off x="5348838" y="4950886"/>
            <a:ext cx="365760" cy="365760"/>
          </a:xfrm>
          <a:custGeom>
            <a:avLst/>
            <a:gdLst>
              <a:gd name="csX0" fmla="*/ 361769 w 723518"/>
              <a:gd name="csY0" fmla="*/ 0 h 723519"/>
              <a:gd name="csX1" fmla="*/ 0 w 723518"/>
              <a:gd name="csY1" fmla="*/ 361750 h 723519"/>
              <a:gd name="csX2" fmla="*/ 361750 w 723518"/>
              <a:gd name="csY2" fmla="*/ 723519 h 723519"/>
              <a:gd name="csX3" fmla="*/ 723519 w 723518"/>
              <a:gd name="csY3" fmla="*/ 361769 h 723519"/>
              <a:gd name="csX4" fmla="*/ 723519 w 723518"/>
              <a:gd name="csY4" fmla="*/ 361731 h 723519"/>
              <a:gd name="csX5" fmla="*/ 362055 w 723518"/>
              <a:gd name="csY5" fmla="*/ 0 h 723519"/>
              <a:gd name="csX6" fmla="*/ 361769 w 723518"/>
              <a:gd name="csY6" fmla="*/ 0 h 723519"/>
              <a:gd name="csX7" fmla="*/ 457476 w 723518"/>
              <a:gd name="csY7" fmla="*/ 471792 h 723519"/>
              <a:gd name="csX8" fmla="*/ 430425 w 723518"/>
              <a:gd name="csY8" fmla="*/ 501520 h 723519"/>
              <a:gd name="csX9" fmla="*/ 390744 w 723518"/>
              <a:gd name="csY9" fmla="*/ 519703 h 723519"/>
              <a:gd name="csX10" fmla="*/ 343119 w 723518"/>
              <a:gd name="csY10" fmla="*/ 525875 h 723519"/>
              <a:gd name="csX11" fmla="*/ 294732 w 723518"/>
              <a:gd name="csY11" fmla="*/ 521599 h 723519"/>
              <a:gd name="csX12" fmla="*/ 256470 w 723518"/>
              <a:gd name="csY12" fmla="*/ 508797 h 723519"/>
              <a:gd name="csX13" fmla="*/ 256470 w 723518"/>
              <a:gd name="csY13" fmla="*/ 460058 h 723519"/>
              <a:gd name="csX14" fmla="*/ 298380 w 723518"/>
              <a:gd name="csY14" fmla="*/ 479355 h 723519"/>
              <a:gd name="csX15" fmla="*/ 344700 w 723518"/>
              <a:gd name="csY15" fmla="*/ 485680 h 723519"/>
              <a:gd name="csX16" fmla="*/ 367160 w 723518"/>
              <a:gd name="csY16" fmla="*/ 483461 h 723519"/>
              <a:gd name="csX17" fmla="*/ 389468 w 723518"/>
              <a:gd name="csY17" fmla="*/ 475402 h 723519"/>
              <a:gd name="csX18" fmla="*/ 406546 w 723518"/>
              <a:gd name="csY18" fmla="*/ 459429 h 723519"/>
              <a:gd name="csX19" fmla="*/ 413328 w 723518"/>
              <a:gd name="csY19" fmla="*/ 433816 h 723519"/>
              <a:gd name="csX20" fmla="*/ 406860 w 723518"/>
              <a:gd name="csY20" fmla="*/ 407403 h 723519"/>
              <a:gd name="csX21" fmla="*/ 388830 w 723518"/>
              <a:gd name="csY21" fmla="*/ 389696 h 723519"/>
              <a:gd name="csX22" fmla="*/ 361636 w 723518"/>
              <a:gd name="csY22" fmla="*/ 379733 h 723519"/>
              <a:gd name="csX23" fmla="*/ 327622 w 723518"/>
              <a:gd name="csY23" fmla="*/ 376571 h 723519"/>
              <a:gd name="csX24" fmla="*/ 298228 w 723518"/>
              <a:gd name="csY24" fmla="*/ 376571 h 723519"/>
              <a:gd name="csX25" fmla="*/ 298228 w 723518"/>
              <a:gd name="csY25" fmla="*/ 336090 h 723519"/>
              <a:gd name="csX26" fmla="*/ 326060 w 723518"/>
              <a:gd name="csY26" fmla="*/ 336090 h 723519"/>
              <a:gd name="csX27" fmla="*/ 356273 w 723518"/>
              <a:gd name="csY27" fmla="*/ 333232 h 723519"/>
              <a:gd name="csX28" fmla="*/ 379990 w 723518"/>
              <a:gd name="csY28" fmla="*/ 323907 h 723519"/>
              <a:gd name="csX29" fmla="*/ 395488 w 723518"/>
              <a:gd name="csY29" fmla="*/ 307296 h 723519"/>
              <a:gd name="csX30" fmla="*/ 401022 w 723518"/>
              <a:gd name="csY30" fmla="*/ 282635 h 723519"/>
              <a:gd name="csX31" fmla="*/ 395811 w 723518"/>
              <a:gd name="csY31" fmla="*/ 260337 h 723519"/>
              <a:gd name="csX32" fmla="*/ 382476 w 723518"/>
              <a:gd name="csY32" fmla="*/ 246736 h 723519"/>
              <a:gd name="csX33" fmla="*/ 364912 w 723518"/>
              <a:gd name="csY33" fmla="*/ 239935 h 723519"/>
              <a:gd name="csX34" fmla="*/ 346577 w 723518"/>
              <a:gd name="csY34" fmla="*/ 238030 h 723519"/>
              <a:gd name="csX35" fmla="*/ 307353 w 723518"/>
              <a:gd name="csY35" fmla="*/ 243745 h 723519"/>
              <a:gd name="csX36" fmla="*/ 270034 w 723518"/>
              <a:gd name="csY36" fmla="*/ 260814 h 723519"/>
              <a:gd name="csX37" fmla="*/ 270034 w 723518"/>
              <a:gd name="csY37" fmla="*/ 215941 h 723519"/>
              <a:gd name="csX38" fmla="*/ 307610 w 723518"/>
              <a:gd name="csY38" fmla="*/ 202178 h 723519"/>
              <a:gd name="csX39" fmla="*/ 351082 w 723518"/>
              <a:gd name="csY39" fmla="*/ 197596 h 723519"/>
              <a:gd name="csX40" fmla="*/ 389839 w 723518"/>
              <a:gd name="csY40" fmla="*/ 202178 h 723519"/>
              <a:gd name="csX41" fmla="*/ 423177 w 723518"/>
              <a:gd name="csY41" fmla="*/ 216256 h 723519"/>
              <a:gd name="csX42" fmla="*/ 446427 w 723518"/>
              <a:gd name="csY42" fmla="*/ 240287 h 723519"/>
              <a:gd name="csX43" fmla="*/ 455114 w 723518"/>
              <a:gd name="csY43" fmla="*/ 274758 h 723519"/>
              <a:gd name="csX44" fmla="*/ 436940 w 723518"/>
              <a:gd name="csY44" fmla="*/ 326631 h 723519"/>
              <a:gd name="csX45" fmla="*/ 387125 w 723518"/>
              <a:gd name="csY45" fmla="*/ 354140 h 723519"/>
              <a:gd name="csX46" fmla="*/ 417166 w 723518"/>
              <a:gd name="csY46" fmla="*/ 361760 h 723519"/>
              <a:gd name="csX47" fmla="*/ 442951 w 723518"/>
              <a:gd name="csY47" fmla="*/ 377733 h 723519"/>
              <a:gd name="csX48" fmla="*/ 460810 w 723518"/>
              <a:gd name="csY48" fmla="*/ 401136 h 723519"/>
              <a:gd name="csX49" fmla="*/ 467477 w 723518"/>
              <a:gd name="csY49" fmla="*/ 430711 h 723519"/>
              <a:gd name="csX50" fmla="*/ 457476 w 723518"/>
              <a:gd name="csY50" fmla="*/ 471792 h 7235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23518" h="723519">
                <a:moveTo>
                  <a:pt x="361769" y="0"/>
                </a:moveTo>
                <a:cubicBezTo>
                  <a:pt x="161975" y="-5"/>
                  <a:pt x="6" y="161956"/>
                  <a:pt x="0" y="361750"/>
                </a:cubicBezTo>
                <a:cubicBezTo>
                  <a:pt x="-6" y="561545"/>
                  <a:pt x="161955" y="723513"/>
                  <a:pt x="361750" y="723519"/>
                </a:cubicBezTo>
                <a:cubicBezTo>
                  <a:pt x="561545" y="723524"/>
                  <a:pt x="723513" y="561564"/>
                  <a:pt x="723519" y="361769"/>
                </a:cubicBezTo>
                <a:cubicBezTo>
                  <a:pt x="723519" y="361757"/>
                  <a:pt x="723519" y="361743"/>
                  <a:pt x="723519" y="361731"/>
                </a:cubicBezTo>
                <a:cubicBezTo>
                  <a:pt x="723592" y="162026"/>
                  <a:pt x="561760" y="73"/>
                  <a:pt x="362055" y="0"/>
                </a:cubicBezTo>
                <a:cubicBezTo>
                  <a:pt x="361960" y="0"/>
                  <a:pt x="361864" y="0"/>
                  <a:pt x="361769" y="0"/>
                </a:cubicBezTo>
                <a:close/>
                <a:moveTo>
                  <a:pt x="457476" y="471792"/>
                </a:moveTo>
                <a:cubicBezTo>
                  <a:pt x="450821" y="483618"/>
                  <a:pt x="441572" y="493782"/>
                  <a:pt x="430425" y="501520"/>
                </a:cubicBezTo>
                <a:cubicBezTo>
                  <a:pt x="418360" y="509849"/>
                  <a:pt x="404930" y="516002"/>
                  <a:pt x="390744" y="519703"/>
                </a:cubicBezTo>
                <a:cubicBezTo>
                  <a:pt x="375215" y="523877"/>
                  <a:pt x="359198" y="525953"/>
                  <a:pt x="343119" y="525875"/>
                </a:cubicBezTo>
                <a:cubicBezTo>
                  <a:pt x="326893" y="525932"/>
                  <a:pt x="310697" y="524500"/>
                  <a:pt x="294732" y="521599"/>
                </a:cubicBezTo>
                <a:cubicBezTo>
                  <a:pt x="281366" y="519445"/>
                  <a:pt x="268441" y="515121"/>
                  <a:pt x="256470" y="508797"/>
                </a:cubicBezTo>
                <a:lnTo>
                  <a:pt x="256470" y="460058"/>
                </a:lnTo>
                <a:cubicBezTo>
                  <a:pt x="269181" y="468931"/>
                  <a:pt x="283374" y="475466"/>
                  <a:pt x="298380" y="479355"/>
                </a:cubicBezTo>
                <a:cubicBezTo>
                  <a:pt x="313475" y="483490"/>
                  <a:pt x="329050" y="485617"/>
                  <a:pt x="344700" y="485680"/>
                </a:cubicBezTo>
                <a:cubicBezTo>
                  <a:pt x="352239" y="485627"/>
                  <a:pt x="359757" y="484884"/>
                  <a:pt x="367160" y="483461"/>
                </a:cubicBezTo>
                <a:cubicBezTo>
                  <a:pt x="374997" y="482052"/>
                  <a:pt x="382540" y="479328"/>
                  <a:pt x="389468" y="475402"/>
                </a:cubicBezTo>
                <a:cubicBezTo>
                  <a:pt x="396330" y="471486"/>
                  <a:pt x="402180" y="466015"/>
                  <a:pt x="406546" y="459429"/>
                </a:cubicBezTo>
                <a:cubicBezTo>
                  <a:pt x="411320" y="451763"/>
                  <a:pt x="413682" y="442840"/>
                  <a:pt x="413328" y="433816"/>
                </a:cubicBezTo>
                <a:cubicBezTo>
                  <a:pt x="413607" y="424588"/>
                  <a:pt x="411371" y="415459"/>
                  <a:pt x="406860" y="407403"/>
                </a:cubicBezTo>
                <a:cubicBezTo>
                  <a:pt x="402457" y="400061"/>
                  <a:pt x="396250" y="393965"/>
                  <a:pt x="388830" y="389696"/>
                </a:cubicBezTo>
                <a:cubicBezTo>
                  <a:pt x="380382" y="384887"/>
                  <a:pt x="371191" y="381520"/>
                  <a:pt x="361636" y="379733"/>
                </a:cubicBezTo>
                <a:cubicBezTo>
                  <a:pt x="350430" y="377554"/>
                  <a:pt x="339037" y="376495"/>
                  <a:pt x="327622" y="376571"/>
                </a:cubicBezTo>
                <a:lnTo>
                  <a:pt x="298228" y="376571"/>
                </a:lnTo>
                <a:lnTo>
                  <a:pt x="298228" y="336090"/>
                </a:lnTo>
                <a:lnTo>
                  <a:pt x="326060" y="336090"/>
                </a:lnTo>
                <a:cubicBezTo>
                  <a:pt x="336202" y="336164"/>
                  <a:pt x="346325" y="335207"/>
                  <a:pt x="356273" y="333232"/>
                </a:cubicBezTo>
                <a:cubicBezTo>
                  <a:pt x="364693" y="331638"/>
                  <a:pt x="372739" y="328474"/>
                  <a:pt x="379990" y="323907"/>
                </a:cubicBezTo>
                <a:cubicBezTo>
                  <a:pt x="386469" y="319759"/>
                  <a:pt x="391799" y="314047"/>
                  <a:pt x="395488" y="307296"/>
                </a:cubicBezTo>
                <a:cubicBezTo>
                  <a:pt x="399380" y="299673"/>
                  <a:pt x="401284" y="291191"/>
                  <a:pt x="401022" y="282635"/>
                </a:cubicBezTo>
                <a:cubicBezTo>
                  <a:pt x="401339" y="274868"/>
                  <a:pt x="399539" y="267160"/>
                  <a:pt x="395811" y="260337"/>
                </a:cubicBezTo>
                <a:cubicBezTo>
                  <a:pt x="392555" y="254774"/>
                  <a:pt x="387974" y="250102"/>
                  <a:pt x="382476" y="246736"/>
                </a:cubicBezTo>
                <a:cubicBezTo>
                  <a:pt x="377066" y="243456"/>
                  <a:pt x="371121" y="241154"/>
                  <a:pt x="364912" y="239935"/>
                </a:cubicBezTo>
                <a:cubicBezTo>
                  <a:pt x="358878" y="238697"/>
                  <a:pt x="352736" y="238058"/>
                  <a:pt x="346577" y="238030"/>
                </a:cubicBezTo>
                <a:cubicBezTo>
                  <a:pt x="333304" y="238153"/>
                  <a:pt x="320109" y="240076"/>
                  <a:pt x="307353" y="243745"/>
                </a:cubicBezTo>
                <a:cubicBezTo>
                  <a:pt x="294062" y="247351"/>
                  <a:pt x="281454" y="253117"/>
                  <a:pt x="270034" y="260814"/>
                </a:cubicBezTo>
                <a:lnTo>
                  <a:pt x="270034" y="215941"/>
                </a:lnTo>
                <a:cubicBezTo>
                  <a:pt x="281875" y="209666"/>
                  <a:pt x="294517" y="205036"/>
                  <a:pt x="307610" y="202178"/>
                </a:cubicBezTo>
                <a:cubicBezTo>
                  <a:pt x="321888" y="199054"/>
                  <a:pt x="336467" y="197518"/>
                  <a:pt x="351082" y="197596"/>
                </a:cubicBezTo>
                <a:cubicBezTo>
                  <a:pt x="364138" y="197572"/>
                  <a:pt x="377149" y="199111"/>
                  <a:pt x="389839" y="202178"/>
                </a:cubicBezTo>
                <a:cubicBezTo>
                  <a:pt x="401669" y="204946"/>
                  <a:pt x="412943" y="209706"/>
                  <a:pt x="423177" y="216256"/>
                </a:cubicBezTo>
                <a:cubicBezTo>
                  <a:pt x="432670" y="222374"/>
                  <a:pt x="440627" y="230597"/>
                  <a:pt x="446427" y="240287"/>
                </a:cubicBezTo>
                <a:cubicBezTo>
                  <a:pt x="452420" y="250768"/>
                  <a:pt x="455425" y="262690"/>
                  <a:pt x="455114" y="274758"/>
                </a:cubicBezTo>
                <a:cubicBezTo>
                  <a:pt x="455868" y="293730"/>
                  <a:pt x="449370" y="312278"/>
                  <a:pt x="436940" y="326631"/>
                </a:cubicBezTo>
                <a:cubicBezTo>
                  <a:pt x="423629" y="340796"/>
                  <a:pt x="406203" y="350419"/>
                  <a:pt x="387125" y="354140"/>
                </a:cubicBezTo>
                <a:cubicBezTo>
                  <a:pt x="397455" y="355207"/>
                  <a:pt x="407576" y="357774"/>
                  <a:pt x="417166" y="361760"/>
                </a:cubicBezTo>
                <a:cubicBezTo>
                  <a:pt x="426593" y="365607"/>
                  <a:pt x="435309" y="371005"/>
                  <a:pt x="442951" y="377733"/>
                </a:cubicBezTo>
                <a:cubicBezTo>
                  <a:pt x="450369" y="384299"/>
                  <a:pt x="456435" y="392248"/>
                  <a:pt x="460810" y="401136"/>
                </a:cubicBezTo>
                <a:cubicBezTo>
                  <a:pt x="465303" y="410341"/>
                  <a:pt x="467586" y="420468"/>
                  <a:pt x="467477" y="430711"/>
                </a:cubicBezTo>
                <a:cubicBezTo>
                  <a:pt x="467777" y="445042"/>
                  <a:pt x="464329" y="459202"/>
                  <a:pt x="457476" y="471792"/>
                </a:cubicBezTo>
                <a:close/>
              </a:path>
            </a:pathLst>
          </a:custGeom>
          <a:solidFill>
            <a:schemeClr val="tx2">
              <a:alpha val="50000"/>
            </a:schemeClr>
          </a:solidFill>
          <a:ln w="9525" cap="flat">
            <a:noFill/>
            <a:prstDash val="solid"/>
            <a:miter/>
          </a:ln>
        </p:spPr>
        <p:txBody>
          <a:bodyPr/>
          <a:lstStyle/>
          <a:p>
            <a:endParaRPr lang="en-US"/>
          </a:p>
        </p:txBody>
      </p:sp>
      <p:sp>
        <p:nvSpPr>
          <p:cNvPr id="38" name="Graphic 36" descr="Badge 1 with solid fill">
            <a:extLst>
              <a:ext uri="{FF2B5EF4-FFF2-40B4-BE49-F238E27FC236}">
                <a16:creationId xmlns:a16="http://schemas.microsoft.com/office/drawing/2014/main" id="{7122F39A-A6E9-BC34-EAA4-6BEA22956124}"/>
              </a:ext>
            </a:extLst>
          </p:cNvPr>
          <p:cNvSpPr/>
          <p:nvPr/>
        </p:nvSpPr>
        <p:spPr>
          <a:xfrm>
            <a:off x="6286509" y="3390136"/>
            <a:ext cx="182880" cy="182880"/>
          </a:xfrm>
          <a:custGeom>
            <a:avLst/>
            <a:gdLst>
              <a:gd name="csX0" fmla="*/ 361750 w 723499"/>
              <a:gd name="csY0" fmla="*/ 0 h 723500"/>
              <a:gd name="csX1" fmla="*/ 0 w 723499"/>
              <a:gd name="csY1" fmla="*/ 361750 h 723500"/>
              <a:gd name="csX2" fmla="*/ 361750 w 723499"/>
              <a:gd name="csY2" fmla="*/ 723500 h 723500"/>
              <a:gd name="csX3" fmla="*/ 723500 w 723499"/>
              <a:gd name="csY3" fmla="*/ 361750 h 723500"/>
              <a:gd name="csX4" fmla="*/ 723500 w 723499"/>
              <a:gd name="csY4" fmla="*/ 361712 h 723500"/>
              <a:gd name="csX5" fmla="*/ 362036 w 723499"/>
              <a:gd name="csY5" fmla="*/ 0 h 723500"/>
              <a:gd name="csX6" fmla="*/ 361750 w 723499"/>
              <a:gd name="csY6" fmla="*/ 0 h 723500"/>
              <a:gd name="csX7" fmla="*/ 401431 w 723499"/>
              <a:gd name="csY7" fmla="*/ 515303 h 723500"/>
              <a:gd name="csX8" fmla="*/ 346405 w 723499"/>
              <a:gd name="csY8" fmla="*/ 515303 h 723500"/>
              <a:gd name="csX9" fmla="*/ 346405 w 723499"/>
              <a:gd name="csY9" fmla="*/ 252498 h 723500"/>
              <a:gd name="csX10" fmla="*/ 331689 w 723499"/>
              <a:gd name="csY10" fmla="*/ 261671 h 723500"/>
              <a:gd name="csX11" fmla="*/ 315725 w 723499"/>
              <a:gd name="csY11" fmla="*/ 269577 h 723500"/>
              <a:gd name="csX12" fmla="*/ 297066 w 723499"/>
              <a:gd name="csY12" fmla="*/ 276063 h 723500"/>
              <a:gd name="csX13" fmla="*/ 275558 w 723499"/>
              <a:gd name="csY13" fmla="*/ 281912 h 723500"/>
              <a:gd name="csX14" fmla="*/ 275558 w 723499"/>
              <a:gd name="csY14" fmla="*/ 237954 h 723500"/>
              <a:gd name="csX15" fmla="*/ 289941 w 723499"/>
              <a:gd name="csY15" fmla="*/ 233524 h 723500"/>
              <a:gd name="csX16" fmla="*/ 302762 w 723499"/>
              <a:gd name="csY16" fmla="*/ 229095 h 723500"/>
              <a:gd name="csX17" fmla="*/ 315411 w 723499"/>
              <a:gd name="csY17" fmla="*/ 223876 h 723500"/>
              <a:gd name="csX18" fmla="*/ 328060 w 723499"/>
              <a:gd name="csY18" fmla="*/ 218656 h 723500"/>
              <a:gd name="csX19" fmla="*/ 340224 w 723499"/>
              <a:gd name="csY19" fmla="*/ 212331 h 723500"/>
              <a:gd name="csX20" fmla="*/ 352415 w 723499"/>
              <a:gd name="csY20" fmla="*/ 205664 h 723500"/>
              <a:gd name="csX21" fmla="*/ 365531 w 723499"/>
              <a:gd name="csY21" fmla="*/ 198044 h 723500"/>
              <a:gd name="csX22" fmla="*/ 378666 w 723499"/>
              <a:gd name="csY22" fmla="*/ 190424 h 723500"/>
              <a:gd name="csX23" fmla="*/ 401431 w 723499"/>
              <a:gd name="csY23" fmla="*/ 190424 h 72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23499" h="723500">
                <a:moveTo>
                  <a:pt x="361750" y="0"/>
                </a:moveTo>
                <a:cubicBezTo>
                  <a:pt x="161961" y="0"/>
                  <a:pt x="0" y="161961"/>
                  <a:pt x="0" y="361750"/>
                </a:cubicBezTo>
                <a:cubicBezTo>
                  <a:pt x="0" y="561539"/>
                  <a:pt x="161961" y="723500"/>
                  <a:pt x="361750" y="723500"/>
                </a:cubicBezTo>
                <a:cubicBezTo>
                  <a:pt x="561539" y="723500"/>
                  <a:pt x="723500" y="561539"/>
                  <a:pt x="723500" y="361750"/>
                </a:cubicBezTo>
                <a:cubicBezTo>
                  <a:pt x="723500" y="361738"/>
                  <a:pt x="723500" y="361724"/>
                  <a:pt x="723500" y="361712"/>
                </a:cubicBezTo>
                <a:cubicBezTo>
                  <a:pt x="723569" y="162013"/>
                  <a:pt x="561735" y="69"/>
                  <a:pt x="362036" y="0"/>
                </a:cubicBezTo>
                <a:cubicBezTo>
                  <a:pt x="361940" y="0"/>
                  <a:pt x="361845" y="0"/>
                  <a:pt x="361750" y="0"/>
                </a:cubicBezTo>
                <a:close/>
                <a:moveTo>
                  <a:pt x="401431" y="515303"/>
                </a:moveTo>
                <a:lnTo>
                  <a:pt x="346405" y="515303"/>
                </a:lnTo>
                <a:lnTo>
                  <a:pt x="346405" y="252498"/>
                </a:lnTo>
                <a:cubicBezTo>
                  <a:pt x="341757" y="255673"/>
                  <a:pt x="336852" y="258731"/>
                  <a:pt x="331689" y="261671"/>
                </a:cubicBezTo>
                <a:cubicBezTo>
                  <a:pt x="326529" y="264621"/>
                  <a:pt x="321198" y="267260"/>
                  <a:pt x="315725" y="269577"/>
                </a:cubicBezTo>
                <a:cubicBezTo>
                  <a:pt x="309807" y="271901"/>
                  <a:pt x="303587" y="274063"/>
                  <a:pt x="297066" y="276063"/>
                </a:cubicBezTo>
                <a:cubicBezTo>
                  <a:pt x="290544" y="278063"/>
                  <a:pt x="283375" y="280013"/>
                  <a:pt x="275558" y="281912"/>
                </a:cubicBezTo>
                <a:lnTo>
                  <a:pt x="275558" y="237954"/>
                </a:lnTo>
                <a:cubicBezTo>
                  <a:pt x="280828" y="236474"/>
                  <a:pt x="285623" y="234998"/>
                  <a:pt x="289941" y="233524"/>
                </a:cubicBezTo>
                <a:cubicBezTo>
                  <a:pt x="294259" y="232051"/>
                  <a:pt x="298533" y="230575"/>
                  <a:pt x="302762" y="229095"/>
                </a:cubicBezTo>
                <a:cubicBezTo>
                  <a:pt x="306962" y="227409"/>
                  <a:pt x="311191" y="225676"/>
                  <a:pt x="315411" y="223876"/>
                </a:cubicBezTo>
                <a:cubicBezTo>
                  <a:pt x="319630" y="222075"/>
                  <a:pt x="323840" y="220351"/>
                  <a:pt x="328060" y="218656"/>
                </a:cubicBezTo>
                <a:cubicBezTo>
                  <a:pt x="332061" y="216548"/>
                  <a:pt x="336115" y="214439"/>
                  <a:pt x="340224" y="212331"/>
                </a:cubicBezTo>
                <a:cubicBezTo>
                  <a:pt x="344332" y="210224"/>
                  <a:pt x="348396" y="208000"/>
                  <a:pt x="352415" y="205664"/>
                </a:cubicBezTo>
                <a:cubicBezTo>
                  <a:pt x="356861" y="203352"/>
                  <a:pt x="361233" y="200813"/>
                  <a:pt x="365531" y="198044"/>
                </a:cubicBezTo>
                <a:cubicBezTo>
                  <a:pt x="369830" y="195275"/>
                  <a:pt x="374209" y="192736"/>
                  <a:pt x="378666" y="190424"/>
                </a:cubicBezTo>
                <a:lnTo>
                  <a:pt x="401431" y="190424"/>
                </a:lnTo>
                <a:close/>
              </a:path>
            </a:pathLst>
          </a:custGeom>
          <a:solidFill>
            <a:schemeClr val="bg2">
              <a:alpha val="50000"/>
            </a:schemeClr>
          </a:solidFill>
          <a:ln w="9525" cap="flat">
            <a:noFill/>
            <a:prstDash val="solid"/>
            <a:miter/>
          </a:ln>
        </p:spPr>
        <p:txBody>
          <a:bodyPr/>
          <a:lstStyle/>
          <a:p>
            <a:endParaRPr lang="en-US"/>
          </a:p>
        </p:txBody>
      </p:sp>
      <p:sp>
        <p:nvSpPr>
          <p:cNvPr id="39" name="Freeform: Shape 38">
            <a:extLst>
              <a:ext uri="{FF2B5EF4-FFF2-40B4-BE49-F238E27FC236}">
                <a16:creationId xmlns:a16="http://schemas.microsoft.com/office/drawing/2014/main" id="{4DE6A13F-C9B2-9533-3EBD-79DCCA16147E}"/>
              </a:ext>
            </a:extLst>
          </p:cNvPr>
          <p:cNvSpPr/>
          <p:nvPr/>
        </p:nvSpPr>
        <p:spPr>
          <a:xfrm>
            <a:off x="4363610" y="5440593"/>
            <a:ext cx="457200" cy="457200"/>
          </a:xfrm>
          <a:custGeom>
            <a:avLst/>
            <a:gdLst>
              <a:gd name="csX0" fmla="*/ 374038 w 723519"/>
              <a:gd name="csY0" fmla="*/ 261138 h 723519"/>
              <a:gd name="csX1" fmla="*/ 374038 w 723519"/>
              <a:gd name="csY1" fmla="*/ 399622 h 723519"/>
              <a:gd name="csX2" fmla="*/ 279159 w 723519"/>
              <a:gd name="csY2" fmla="*/ 399622 h 723519"/>
              <a:gd name="csX3" fmla="*/ 301619 w 723519"/>
              <a:gd name="csY3" fmla="*/ 372428 h 723519"/>
              <a:gd name="csX4" fmla="*/ 323441 w 723519"/>
              <a:gd name="csY4" fmla="*/ 342901 h 723519"/>
              <a:gd name="csX5" fmla="*/ 346844 w 723519"/>
              <a:gd name="csY5" fmla="*/ 307153 h 723519"/>
              <a:gd name="csX6" fmla="*/ 374038 w 723519"/>
              <a:gd name="csY6" fmla="*/ 261138 h 723519"/>
              <a:gd name="csX7" fmla="*/ 371189 w 723519"/>
              <a:gd name="csY7" fmla="*/ 190929 h 723519"/>
              <a:gd name="csX8" fmla="*/ 342900 w 723519"/>
              <a:gd name="csY8" fmla="*/ 243269 h 723519"/>
              <a:gd name="csX9" fmla="*/ 308258 w 723519"/>
              <a:gd name="csY9" fmla="*/ 297666 h 723519"/>
              <a:gd name="csX10" fmla="*/ 268405 w 723519"/>
              <a:gd name="csY10" fmla="*/ 351587 h 723519"/>
              <a:gd name="csX11" fmla="*/ 225076 w 723519"/>
              <a:gd name="csY11" fmla="*/ 402193 h 723519"/>
              <a:gd name="csX12" fmla="*/ 225076 w 723519"/>
              <a:gd name="csY12" fmla="*/ 445513 h 723519"/>
              <a:gd name="csX13" fmla="*/ 374037 w 723519"/>
              <a:gd name="csY13" fmla="*/ 445513 h 723519"/>
              <a:gd name="csX14" fmla="*/ 374037 w 723519"/>
              <a:gd name="csY14" fmla="*/ 513512 h 723519"/>
              <a:gd name="csX15" fmla="*/ 428749 w 723519"/>
              <a:gd name="csY15" fmla="*/ 513512 h 723519"/>
              <a:gd name="csX16" fmla="*/ 428749 w 723519"/>
              <a:gd name="csY16" fmla="*/ 445513 h 723519"/>
              <a:gd name="csX17" fmla="*/ 472078 w 723519"/>
              <a:gd name="csY17" fmla="*/ 445513 h 723519"/>
              <a:gd name="csX18" fmla="*/ 472078 w 723519"/>
              <a:gd name="csY18" fmla="*/ 399659 h 723519"/>
              <a:gd name="csX19" fmla="*/ 428749 w 723519"/>
              <a:gd name="csY19" fmla="*/ 399659 h 723519"/>
              <a:gd name="csX20" fmla="*/ 428749 w 723519"/>
              <a:gd name="csY20" fmla="*/ 190929 h 723519"/>
              <a:gd name="csX21" fmla="*/ 361769 w 723519"/>
              <a:gd name="csY21" fmla="*/ 0 h 723519"/>
              <a:gd name="csX22" fmla="*/ 362083 w 723519"/>
              <a:gd name="csY22" fmla="*/ 0 h 723519"/>
              <a:gd name="csX23" fmla="*/ 723519 w 723519"/>
              <a:gd name="csY23" fmla="*/ 361760 h 723519"/>
              <a:gd name="csX24" fmla="*/ 723519 w 723519"/>
              <a:gd name="csY24" fmla="*/ 361769 h 723519"/>
              <a:gd name="csX25" fmla="*/ 361750 w 723519"/>
              <a:gd name="csY25" fmla="*/ 723519 h 723519"/>
              <a:gd name="csX26" fmla="*/ 0 w 723519"/>
              <a:gd name="csY26" fmla="*/ 361750 h 723519"/>
              <a:gd name="csX27" fmla="*/ 361769 w 723519"/>
              <a:gd name="csY27" fmla="*/ 0 h 7235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723519" h="723519">
                <a:moveTo>
                  <a:pt x="374038" y="261138"/>
                </a:moveTo>
                <a:lnTo>
                  <a:pt x="374038" y="399622"/>
                </a:lnTo>
                <a:lnTo>
                  <a:pt x="279159" y="399622"/>
                </a:lnTo>
                <a:cubicBezTo>
                  <a:pt x="286976" y="390528"/>
                  <a:pt x="294463" y="381464"/>
                  <a:pt x="301619" y="372428"/>
                </a:cubicBezTo>
                <a:cubicBezTo>
                  <a:pt x="308775" y="363392"/>
                  <a:pt x="316049" y="353550"/>
                  <a:pt x="323441" y="342901"/>
                </a:cubicBezTo>
                <a:cubicBezTo>
                  <a:pt x="330832" y="332245"/>
                  <a:pt x="338633" y="320329"/>
                  <a:pt x="346844" y="307153"/>
                </a:cubicBezTo>
                <a:cubicBezTo>
                  <a:pt x="355054" y="293977"/>
                  <a:pt x="364119" y="278638"/>
                  <a:pt x="374038" y="261138"/>
                </a:cubicBezTo>
                <a:close/>
                <a:moveTo>
                  <a:pt x="371189" y="190929"/>
                </a:moveTo>
                <a:cubicBezTo>
                  <a:pt x="362985" y="207795"/>
                  <a:pt x="353556" y="225241"/>
                  <a:pt x="342900" y="243269"/>
                </a:cubicBezTo>
                <a:cubicBezTo>
                  <a:pt x="332244" y="261296"/>
                  <a:pt x="320697" y="279428"/>
                  <a:pt x="308258" y="297666"/>
                </a:cubicBezTo>
                <a:cubicBezTo>
                  <a:pt x="295818" y="315903"/>
                  <a:pt x="282533" y="333877"/>
                  <a:pt x="268405" y="351587"/>
                </a:cubicBezTo>
                <a:cubicBezTo>
                  <a:pt x="254277" y="369297"/>
                  <a:pt x="239833" y="386165"/>
                  <a:pt x="225076" y="402193"/>
                </a:cubicBezTo>
                <a:lnTo>
                  <a:pt x="225076" y="445513"/>
                </a:lnTo>
                <a:lnTo>
                  <a:pt x="374037" y="445513"/>
                </a:lnTo>
                <a:lnTo>
                  <a:pt x="374037" y="513512"/>
                </a:lnTo>
                <a:lnTo>
                  <a:pt x="428749" y="513512"/>
                </a:lnTo>
                <a:lnTo>
                  <a:pt x="428749" y="445513"/>
                </a:lnTo>
                <a:lnTo>
                  <a:pt x="472078" y="445513"/>
                </a:lnTo>
                <a:lnTo>
                  <a:pt x="472078" y="399659"/>
                </a:lnTo>
                <a:lnTo>
                  <a:pt x="428749" y="399659"/>
                </a:lnTo>
                <a:lnTo>
                  <a:pt x="428749" y="190929"/>
                </a:lnTo>
                <a:close/>
                <a:moveTo>
                  <a:pt x="361769" y="0"/>
                </a:moveTo>
                <a:cubicBezTo>
                  <a:pt x="361874" y="0"/>
                  <a:pt x="361979" y="0"/>
                  <a:pt x="362083" y="0"/>
                </a:cubicBezTo>
                <a:cubicBezTo>
                  <a:pt x="561788" y="90"/>
                  <a:pt x="723609" y="162055"/>
                  <a:pt x="723519" y="361760"/>
                </a:cubicBezTo>
                <a:cubicBezTo>
                  <a:pt x="723519" y="361762"/>
                  <a:pt x="723519" y="361766"/>
                  <a:pt x="723519" y="361769"/>
                </a:cubicBezTo>
                <a:cubicBezTo>
                  <a:pt x="723513" y="561564"/>
                  <a:pt x="561545" y="723524"/>
                  <a:pt x="361750" y="723519"/>
                </a:cubicBezTo>
                <a:cubicBezTo>
                  <a:pt x="161955" y="723513"/>
                  <a:pt x="-6" y="561545"/>
                  <a:pt x="0" y="361750"/>
                </a:cubicBezTo>
                <a:cubicBezTo>
                  <a:pt x="6" y="161955"/>
                  <a:pt x="161975" y="-5"/>
                  <a:pt x="361769" y="0"/>
                </a:cubicBezTo>
                <a:close/>
              </a:path>
            </a:pathLst>
          </a:custGeom>
          <a:solidFill>
            <a:schemeClr val="tx2">
              <a:alpha val="65000"/>
            </a:schemeClr>
          </a:solidFill>
          <a:ln w="9525" cap="flat">
            <a:noFill/>
            <a:prstDash val="solid"/>
            <a:miter/>
          </a:ln>
        </p:spPr>
        <p:txBody>
          <a:bodyPr/>
          <a:lstStyle/>
          <a:p>
            <a:endParaRPr lang="en-US"/>
          </a:p>
        </p:txBody>
      </p:sp>
      <p:sp>
        <p:nvSpPr>
          <p:cNvPr id="40" name="Freeform: Shape 39">
            <a:extLst>
              <a:ext uri="{FF2B5EF4-FFF2-40B4-BE49-F238E27FC236}">
                <a16:creationId xmlns:a16="http://schemas.microsoft.com/office/drawing/2014/main" id="{928C519F-58B6-6D03-EC9D-0FDA3DEA9210}"/>
              </a:ext>
            </a:extLst>
          </p:cNvPr>
          <p:cNvSpPr/>
          <p:nvPr/>
        </p:nvSpPr>
        <p:spPr>
          <a:xfrm>
            <a:off x="6929599" y="4491925"/>
            <a:ext cx="365760" cy="365760"/>
          </a:xfrm>
          <a:custGeom>
            <a:avLst/>
            <a:gdLst>
              <a:gd name="csX0" fmla="*/ 374038 w 723519"/>
              <a:gd name="csY0" fmla="*/ 261138 h 723519"/>
              <a:gd name="csX1" fmla="*/ 374038 w 723519"/>
              <a:gd name="csY1" fmla="*/ 399622 h 723519"/>
              <a:gd name="csX2" fmla="*/ 279159 w 723519"/>
              <a:gd name="csY2" fmla="*/ 399622 h 723519"/>
              <a:gd name="csX3" fmla="*/ 301619 w 723519"/>
              <a:gd name="csY3" fmla="*/ 372428 h 723519"/>
              <a:gd name="csX4" fmla="*/ 323441 w 723519"/>
              <a:gd name="csY4" fmla="*/ 342901 h 723519"/>
              <a:gd name="csX5" fmla="*/ 346844 w 723519"/>
              <a:gd name="csY5" fmla="*/ 307153 h 723519"/>
              <a:gd name="csX6" fmla="*/ 374038 w 723519"/>
              <a:gd name="csY6" fmla="*/ 261138 h 723519"/>
              <a:gd name="csX7" fmla="*/ 371189 w 723519"/>
              <a:gd name="csY7" fmla="*/ 190929 h 723519"/>
              <a:gd name="csX8" fmla="*/ 342900 w 723519"/>
              <a:gd name="csY8" fmla="*/ 243269 h 723519"/>
              <a:gd name="csX9" fmla="*/ 308258 w 723519"/>
              <a:gd name="csY9" fmla="*/ 297666 h 723519"/>
              <a:gd name="csX10" fmla="*/ 268405 w 723519"/>
              <a:gd name="csY10" fmla="*/ 351587 h 723519"/>
              <a:gd name="csX11" fmla="*/ 225076 w 723519"/>
              <a:gd name="csY11" fmla="*/ 402193 h 723519"/>
              <a:gd name="csX12" fmla="*/ 225076 w 723519"/>
              <a:gd name="csY12" fmla="*/ 445513 h 723519"/>
              <a:gd name="csX13" fmla="*/ 374037 w 723519"/>
              <a:gd name="csY13" fmla="*/ 445513 h 723519"/>
              <a:gd name="csX14" fmla="*/ 374037 w 723519"/>
              <a:gd name="csY14" fmla="*/ 513512 h 723519"/>
              <a:gd name="csX15" fmla="*/ 428749 w 723519"/>
              <a:gd name="csY15" fmla="*/ 513512 h 723519"/>
              <a:gd name="csX16" fmla="*/ 428749 w 723519"/>
              <a:gd name="csY16" fmla="*/ 445513 h 723519"/>
              <a:gd name="csX17" fmla="*/ 472078 w 723519"/>
              <a:gd name="csY17" fmla="*/ 445513 h 723519"/>
              <a:gd name="csX18" fmla="*/ 472078 w 723519"/>
              <a:gd name="csY18" fmla="*/ 399659 h 723519"/>
              <a:gd name="csX19" fmla="*/ 428749 w 723519"/>
              <a:gd name="csY19" fmla="*/ 399659 h 723519"/>
              <a:gd name="csX20" fmla="*/ 428749 w 723519"/>
              <a:gd name="csY20" fmla="*/ 190929 h 723519"/>
              <a:gd name="csX21" fmla="*/ 361769 w 723519"/>
              <a:gd name="csY21" fmla="*/ 0 h 723519"/>
              <a:gd name="csX22" fmla="*/ 362083 w 723519"/>
              <a:gd name="csY22" fmla="*/ 0 h 723519"/>
              <a:gd name="csX23" fmla="*/ 723519 w 723519"/>
              <a:gd name="csY23" fmla="*/ 361760 h 723519"/>
              <a:gd name="csX24" fmla="*/ 723519 w 723519"/>
              <a:gd name="csY24" fmla="*/ 361769 h 723519"/>
              <a:gd name="csX25" fmla="*/ 361750 w 723519"/>
              <a:gd name="csY25" fmla="*/ 723519 h 723519"/>
              <a:gd name="csX26" fmla="*/ 0 w 723519"/>
              <a:gd name="csY26" fmla="*/ 361750 h 723519"/>
              <a:gd name="csX27" fmla="*/ 361769 w 723519"/>
              <a:gd name="csY27" fmla="*/ 0 h 7235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723519" h="723519">
                <a:moveTo>
                  <a:pt x="374038" y="261138"/>
                </a:moveTo>
                <a:lnTo>
                  <a:pt x="374038" y="399622"/>
                </a:lnTo>
                <a:lnTo>
                  <a:pt x="279159" y="399622"/>
                </a:lnTo>
                <a:cubicBezTo>
                  <a:pt x="286976" y="390528"/>
                  <a:pt x="294463" y="381464"/>
                  <a:pt x="301619" y="372428"/>
                </a:cubicBezTo>
                <a:cubicBezTo>
                  <a:pt x="308775" y="363392"/>
                  <a:pt x="316049" y="353550"/>
                  <a:pt x="323441" y="342901"/>
                </a:cubicBezTo>
                <a:cubicBezTo>
                  <a:pt x="330832" y="332245"/>
                  <a:pt x="338633" y="320329"/>
                  <a:pt x="346844" y="307153"/>
                </a:cubicBezTo>
                <a:cubicBezTo>
                  <a:pt x="355054" y="293977"/>
                  <a:pt x="364119" y="278638"/>
                  <a:pt x="374038" y="261138"/>
                </a:cubicBezTo>
                <a:close/>
                <a:moveTo>
                  <a:pt x="371189" y="190929"/>
                </a:moveTo>
                <a:cubicBezTo>
                  <a:pt x="362985" y="207795"/>
                  <a:pt x="353556" y="225241"/>
                  <a:pt x="342900" y="243269"/>
                </a:cubicBezTo>
                <a:cubicBezTo>
                  <a:pt x="332244" y="261296"/>
                  <a:pt x="320697" y="279428"/>
                  <a:pt x="308258" y="297666"/>
                </a:cubicBezTo>
                <a:cubicBezTo>
                  <a:pt x="295818" y="315903"/>
                  <a:pt x="282533" y="333877"/>
                  <a:pt x="268405" y="351587"/>
                </a:cubicBezTo>
                <a:cubicBezTo>
                  <a:pt x="254277" y="369297"/>
                  <a:pt x="239833" y="386165"/>
                  <a:pt x="225076" y="402193"/>
                </a:cubicBezTo>
                <a:lnTo>
                  <a:pt x="225076" y="445513"/>
                </a:lnTo>
                <a:lnTo>
                  <a:pt x="374037" y="445513"/>
                </a:lnTo>
                <a:lnTo>
                  <a:pt x="374037" y="513512"/>
                </a:lnTo>
                <a:lnTo>
                  <a:pt x="428749" y="513512"/>
                </a:lnTo>
                <a:lnTo>
                  <a:pt x="428749" y="445513"/>
                </a:lnTo>
                <a:lnTo>
                  <a:pt x="472078" y="445513"/>
                </a:lnTo>
                <a:lnTo>
                  <a:pt x="472078" y="399659"/>
                </a:lnTo>
                <a:lnTo>
                  <a:pt x="428749" y="399659"/>
                </a:lnTo>
                <a:lnTo>
                  <a:pt x="428749" y="190929"/>
                </a:lnTo>
                <a:close/>
                <a:moveTo>
                  <a:pt x="361769" y="0"/>
                </a:moveTo>
                <a:cubicBezTo>
                  <a:pt x="361874" y="0"/>
                  <a:pt x="361979" y="0"/>
                  <a:pt x="362083" y="0"/>
                </a:cubicBezTo>
                <a:cubicBezTo>
                  <a:pt x="561788" y="90"/>
                  <a:pt x="723609" y="162055"/>
                  <a:pt x="723519" y="361760"/>
                </a:cubicBezTo>
                <a:cubicBezTo>
                  <a:pt x="723519" y="361762"/>
                  <a:pt x="723519" y="361766"/>
                  <a:pt x="723519" y="361769"/>
                </a:cubicBezTo>
                <a:cubicBezTo>
                  <a:pt x="723513" y="561564"/>
                  <a:pt x="561545" y="723524"/>
                  <a:pt x="361750" y="723519"/>
                </a:cubicBezTo>
                <a:cubicBezTo>
                  <a:pt x="161955" y="723513"/>
                  <a:pt x="-6" y="561545"/>
                  <a:pt x="0" y="361750"/>
                </a:cubicBezTo>
                <a:cubicBezTo>
                  <a:pt x="6" y="161955"/>
                  <a:pt x="161975" y="-5"/>
                  <a:pt x="361769" y="0"/>
                </a:cubicBezTo>
                <a:close/>
              </a:path>
            </a:pathLst>
          </a:custGeom>
          <a:solidFill>
            <a:schemeClr val="bg2"/>
          </a:solidFill>
          <a:ln w="9525" cap="flat">
            <a:noFill/>
            <a:prstDash val="solid"/>
            <a:miter/>
          </a:ln>
        </p:spPr>
        <p:txBody>
          <a:bodyPr wrap="square">
            <a:noAutofit/>
          </a:bodyPr>
          <a:lstStyle/>
          <a:p>
            <a:endParaRPr lang="en-US"/>
          </a:p>
        </p:txBody>
      </p:sp>
      <p:sp>
        <p:nvSpPr>
          <p:cNvPr id="41" name="Graphic 34" descr="Badge with solid fill">
            <a:extLst>
              <a:ext uri="{FF2B5EF4-FFF2-40B4-BE49-F238E27FC236}">
                <a16:creationId xmlns:a16="http://schemas.microsoft.com/office/drawing/2014/main" id="{6CA238AB-2737-5C1F-1D6F-167030B993C4}"/>
              </a:ext>
            </a:extLst>
          </p:cNvPr>
          <p:cNvSpPr/>
          <p:nvPr/>
        </p:nvSpPr>
        <p:spPr>
          <a:xfrm>
            <a:off x="806369" y="3929415"/>
            <a:ext cx="365760" cy="365760"/>
          </a:xfrm>
          <a:custGeom>
            <a:avLst/>
            <a:gdLst>
              <a:gd name="csX0" fmla="*/ 361750 w 723499"/>
              <a:gd name="csY0" fmla="*/ 0 h 723499"/>
              <a:gd name="csX1" fmla="*/ 0 w 723499"/>
              <a:gd name="csY1" fmla="*/ 361750 h 723499"/>
              <a:gd name="csX2" fmla="*/ 361750 w 723499"/>
              <a:gd name="csY2" fmla="*/ 723500 h 723499"/>
              <a:gd name="csX3" fmla="*/ 723500 w 723499"/>
              <a:gd name="csY3" fmla="*/ 361750 h 723499"/>
              <a:gd name="csX4" fmla="*/ 723500 w 723499"/>
              <a:gd name="csY4" fmla="*/ 361721 h 723499"/>
              <a:gd name="csX5" fmla="*/ 362026 w 723499"/>
              <a:gd name="csY5" fmla="*/ 0 h 723499"/>
              <a:gd name="csX6" fmla="*/ 361750 w 723499"/>
              <a:gd name="csY6" fmla="*/ 0 h 723499"/>
              <a:gd name="csX7" fmla="*/ 465172 w 723499"/>
              <a:gd name="csY7" fmla="*/ 523961 h 723499"/>
              <a:gd name="csX8" fmla="*/ 258337 w 723499"/>
              <a:gd name="csY8" fmla="*/ 523961 h 723499"/>
              <a:gd name="csX9" fmla="*/ 258337 w 723499"/>
              <a:gd name="csY9" fmla="*/ 493605 h 723499"/>
              <a:gd name="csX10" fmla="*/ 265290 w 723499"/>
              <a:gd name="csY10" fmla="*/ 456457 h 723499"/>
              <a:gd name="csX11" fmla="*/ 284417 w 723499"/>
              <a:gd name="csY11" fmla="*/ 425977 h 723499"/>
              <a:gd name="csX12" fmla="*/ 312734 w 723499"/>
              <a:gd name="csY12" fmla="*/ 400050 h 723499"/>
              <a:gd name="csX13" fmla="*/ 347520 w 723499"/>
              <a:gd name="csY13" fmla="*/ 376647 h 723499"/>
              <a:gd name="csX14" fmla="*/ 377047 w 723499"/>
              <a:gd name="csY14" fmla="*/ 355454 h 723499"/>
              <a:gd name="csX15" fmla="*/ 395421 w 723499"/>
              <a:gd name="csY15" fmla="*/ 335280 h 723499"/>
              <a:gd name="csX16" fmla="*/ 404765 w 723499"/>
              <a:gd name="csY16" fmla="*/ 314877 h 723499"/>
              <a:gd name="csX17" fmla="*/ 407289 w 723499"/>
              <a:gd name="csY17" fmla="*/ 292103 h 723499"/>
              <a:gd name="csX18" fmla="*/ 404127 w 723499"/>
              <a:gd name="csY18" fmla="*/ 272501 h 723499"/>
              <a:gd name="csX19" fmla="*/ 394792 w 723499"/>
              <a:gd name="csY19" fmla="*/ 255899 h 723499"/>
              <a:gd name="csX20" fmla="*/ 378981 w 723499"/>
              <a:gd name="csY20" fmla="*/ 244469 h 723499"/>
              <a:gd name="csX21" fmla="*/ 356692 w 723499"/>
              <a:gd name="csY21" fmla="*/ 240201 h 723499"/>
              <a:gd name="csX22" fmla="*/ 313677 w 723499"/>
              <a:gd name="csY22" fmla="*/ 250327 h 723499"/>
              <a:gd name="csX23" fmla="*/ 275415 w 723499"/>
              <a:gd name="csY23" fmla="*/ 277520 h 723499"/>
              <a:gd name="csX24" fmla="*/ 275415 w 723499"/>
              <a:gd name="csY24" fmla="*/ 228181 h 723499"/>
              <a:gd name="csX25" fmla="*/ 313830 w 723499"/>
              <a:gd name="csY25" fmla="*/ 206045 h 723499"/>
              <a:gd name="csX26" fmla="*/ 361455 w 723499"/>
              <a:gd name="csY26" fmla="*/ 199377 h 723499"/>
              <a:gd name="csX27" fmla="*/ 399402 w 723499"/>
              <a:gd name="csY27" fmla="*/ 205092 h 723499"/>
              <a:gd name="csX28" fmla="*/ 430397 w 723499"/>
              <a:gd name="csY28" fmla="*/ 221694 h 723499"/>
              <a:gd name="csX29" fmla="*/ 451275 w 723499"/>
              <a:gd name="csY29" fmla="*/ 248888 h 723499"/>
              <a:gd name="csX30" fmla="*/ 458895 w 723499"/>
              <a:gd name="csY30" fmla="*/ 286036 h 723499"/>
              <a:gd name="csX31" fmla="*/ 454924 w 723499"/>
              <a:gd name="csY31" fmla="*/ 320183 h 723499"/>
              <a:gd name="csX32" fmla="*/ 441893 w 723499"/>
              <a:gd name="csY32" fmla="*/ 349701 h 723499"/>
              <a:gd name="csX33" fmla="*/ 418348 w 723499"/>
              <a:gd name="csY33" fmla="*/ 376590 h 723499"/>
              <a:gd name="csX34" fmla="*/ 382924 w 723499"/>
              <a:gd name="csY34" fmla="*/ 402831 h 723499"/>
              <a:gd name="csX35" fmla="*/ 352558 w 723499"/>
              <a:gd name="csY35" fmla="*/ 422758 h 723499"/>
              <a:gd name="csX36" fmla="*/ 329936 w 723499"/>
              <a:gd name="csY36" fmla="*/ 440941 h 723499"/>
              <a:gd name="csX37" fmla="*/ 315878 w 723499"/>
              <a:gd name="csY37" fmla="*/ 459600 h 723499"/>
              <a:gd name="csX38" fmla="*/ 311115 w 723499"/>
              <a:gd name="csY38" fmla="*/ 480955 h 723499"/>
              <a:gd name="csX39" fmla="*/ 465134 w 723499"/>
              <a:gd name="csY39" fmla="*/ 480955 h 7234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723499" h="723499">
                <a:moveTo>
                  <a:pt x="361750" y="0"/>
                </a:moveTo>
                <a:cubicBezTo>
                  <a:pt x="161961" y="0"/>
                  <a:pt x="0" y="161961"/>
                  <a:pt x="0" y="361750"/>
                </a:cubicBezTo>
                <a:cubicBezTo>
                  <a:pt x="0" y="561539"/>
                  <a:pt x="161961" y="723500"/>
                  <a:pt x="361750" y="723500"/>
                </a:cubicBezTo>
                <a:cubicBezTo>
                  <a:pt x="561539" y="723500"/>
                  <a:pt x="723500" y="561539"/>
                  <a:pt x="723500" y="361750"/>
                </a:cubicBezTo>
                <a:cubicBezTo>
                  <a:pt x="723500" y="361740"/>
                  <a:pt x="723500" y="361731"/>
                  <a:pt x="723500" y="361721"/>
                </a:cubicBezTo>
                <a:cubicBezTo>
                  <a:pt x="723569" y="162016"/>
                  <a:pt x="561731" y="69"/>
                  <a:pt x="362026" y="0"/>
                </a:cubicBezTo>
                <a:cubicBezTo>
                  <a:pt x="361934" y="0"/>
                  <a:pt x="361842" y="0"/>
                  <a:pt x="361750" y="0"/>
                </a:cubicBezTo>
                <a:close/>
                <a:moveTo>
                  <a:pt x="465172" y="523961"/>
                </a:moveTo>
                <a:lnTo>
                  <a:pt x="258337" y="523961"/>
                </a:lnTo>
                <a:lnTo>
                  <a:pt x="258337" y="493605"/>
                </a:lnTo>
                <a:cubicBezTo>
                  <a:pt x="258148" y="480882"/>
                  <a:pt x="260513" y="468250"/>
                  <a:pt x="265290" y="456457"/>
                </a:cubicBezTo>
                <a:cubicBezTo>
                  <a:pt x="269973" y="445328"/>
                  <a:pt x="276432" y="435033"/>
                  <a:pt x="284417" y="425977"/>
                </a:cubicBezTo>
                <a:cubicBezTo>
                  <a:pt x="292914" y="416360"/>
                  <a:pt x="302406" y="407669"/>
                  <a:pt x="312734" y="400050"/>
                </a:cubicBezTo>
                <a:cubicBezTo>
                  <a:pt x="323491" y="392042"/>
                  <a:pt x="335087" y="384241"/>
                  <a:pt x="347520" y="376647"/>
                </a:cubicBezTo>
                <a:cubicBezTo>
                  <a:pt x="357931" y="370412"/>
                  <a:pt x="367808" y="363324"/>
                  <a:pt x="377047" y="355454"/>
                </a:cubicBezTo>
                <a:cubicBezTo>
                  <a:pt x="383994" y="349527"/>
                  <a:pt x="390167" y="342749"/>
                  <a:pt x="395421" y="335280"/>
                </a:cubicBezTo>
                <a:cubicBezTo>
                  <a:pt x="399745" y="329101"/>
                  <a:pt x="402911" y="322188"/>
                  <a:pt x="404765" y="314877"/>
                </a:cubicBezTo>
                <a:cubicBezTo>
                  <a:pt x="406502" y="307413"/>
                  <a:pt x="407350" y="299768"/>
                  <a:pt x="407289" y="292103"/>
                </a:cubicBezTo>
                <a:cubicBezTo>
                  <a:pt x="407300" y="285441"/>
                  <a:pt x="406233" y="278822"/>
                  <a:pt x="404127" y="272501"/>
                </a:cubicBezTo>
                <a:cubicBezTo>
                  <a:pt x="402144" y="266404"/>
                  <a:pt x="398971" y="260761"/>
                  <a:pt x="394792" y="255899"/>
                </a:cubicBezTo>
                <a:cubicBezTo>
                  <a:pt x="390438" y="250959"/>
                  <a:pt x="385037" y="247054"/>
                  <a:pt x="378981" y="244469"/>
                </a:cubicBezTo>
                <a:cubicBezTo>
                  <a:pt x="371932" y="241502"/>
                  <a:pt x="364339" y="240047"/>
                  <a:pt x="356692" y="240201"/>
                </a:cubicBezTo>
                <a:cubicBezTo>
                  <a:pt x="341757" y="240145"/>
                  <a:pt x="327019" y="243614"/>
                  <a:pt x="313677" y="250327"/>
                </a:cubicBezTo>
                <a:cubicBezTo>
                  <a:pt x="299647" y="257446"/>
                  <a:pt x="286752" y="266610"/>
                  <a:pt x="275415" y="277520"/>
                </a:cubicBezTo>
                <a:lnTo>
                  <a:pt x="275415" y="228181"/>
                </a:lnTo>
                <a:cubicBezTo>
                  <a:pt x="286370" y="217977"/>
                  <a:pt x="299508" y="210405"/>
                  <a:pt x="313830" y="206045"/>
                </a:cubicBezTo>
                <a:cubicBezTo>
                  <a:pt x="329284" y="201462"/>
                  <a:pt x="345336" y="199214"/>
                  <a:pt x="361455" y="199377"/>
                </a:cubicBezTo>
                <a:cubicBezTo>
                  <a:pt x="374325" y="199288"/>
                  <a:pt x="387129" y="201217"/>
                  <a:pt x="399402" y="205092"/>
                </a:cubicBezTo>
                <a:cubicBezTo>
                  <a:pt x="410695" y="208606"/>
                  <a:pt x="421215" y="214241"/>
                  <a:pt x="430397" y="221694"/>
                </a:cubicBezTo>
                <a:cubicBezTo>
                  <a:pt x="439324" y="229062"/>
                  <a:pt x="446463" y="238360"/>
                  <a:pt x="451275" y="248888"/>
                </a:cubicBezTo>
                <a:cubicBezTo>
                  <a:pt x="456514" y="260560"/>
                  <a:pt x="459115" y="273244"/>
                  <a:pt x="458895" y="286036"/>
                </a:cubicBezTo>
                <a:cubicBezTo>
                  <a:pt x="459007" y="297540"/>
                  <a:pt x="457672" y="309012"/>
                  <a:pt x="454924" y="320183"/>
                </a:cubicBezTo>
                <a:cubicBezTo>
                  <a:pt x="452230" y="330671"/>
                  <a:pt x="447828" y="340644"/>
                  <a:pt x="441893" y="349701"/>
                </a:cubicBezTo>
                <a:cubicBezTo>
                  <a:pt x="435278" y="359673"/>
                  <a:pt x="427359" y="368716"/>
                  <a:pt x="418348" y="376590"/>
                </a:cubicBezTo>
                <a:cubicBezTo>
                  <a:pt x="407255" y="386264"/>
                  <a:pt x="395409" y="395038"/>
                  <a:pt x="382924" y="402831"/>
                </a:cubicBezTo>
                <a:cubicBezTo>
                  <a:pt x="371532" y="410006"/>
                  <a:pt x="361410" y="416649"/>
                  <a:pt x="352558" y="422758"/>
                </a:cubicBezTo>
                <a:cubicBezTo>
                  <a:pt x="344540" y="428200"/>
                  <a:pt x="336975" y="434281"/>
                  <a:pt x="329936" y="440941"/>
                </a:cubicBezTo>
                <a:cubicBezTo>
                  <a:pt x="324212" y="446306"/>
                  <a:pt x="319456" y="452619"/>
                  <a:pt x="315878" y="459600"/>
                </a:cubicBezTo>
                <a:cubicBezTo>
                  <a:pt x="312659" y="466254"/>
                  <a:pt x="311029" y="473564"/>
                  <a:pt x="311115" y="480955"/>
                </a:cubicBezTo>
                <a:lnTo>
                  <a:pt x="465134" y="480955"/>
                </a:lnTo>
                <a:close/>
              </a:path>
            </a:pathLst>
          </a:custGeom>
          <a:solidFill>
            <a:schemeClr val="bg2"/>
          </a:solidFill>
          <a:ln w="9525" cap="flat">
            <a:noFill/>
            <a:prstDash val="solid"/>
            <a:miter/>
          </a:ln>
        </p:spPr>
        <p:txBody>
          <a:bodyPr/>
          <a:lstStyle/>
          <a:p>
            <a:endParaRPr lang="en-US"/>
          </a:p>
        </p:txBody>
      </p:sp>
      <p:sp>
        <p:nvSpPr>
          <p:cNvPr id="42" name="Graphic 35" descr="Badge 3 with solid fill">
            <a:extLst>
              <a:ext uri="{FF2B5EF4-FFF2-40B4-BE49-F238E27FC236}">
                <a16:creationId xmlns:a16="http://schemas.microsoft.com/office/drawing/2014/main" id="{0DCAA763-C666-3F19-E827-0FCD61B8EB24}"/>
              </a:ext>
            </a:extLst>
          </p:cNvPr>
          <p:cNvSpPr/>
          <p:nvPr/>
        </p:nvSpPr>
        <p:spPr>
          <a:xfrm>
            <a:off x="7320136" y="2642827"/>
            <a:ext cx="365760" cy="365760"/>
          </a:xfrm>
          <a:custGeom>
            <a:avLst/>
            <a:gdLst>
              <a:gd name="csX0" fmla="*/ 361769 w 723518"/>
              <a:gd name="csY0" fmla="*/ 0 h 723519"/>
              <a:gd name="csX1" fmla="*/ 0 w 723518"/>
              <a:gd name="csY1" fmla="*/ 361750 h 723519"/>
              <a:gd name="csX2" fmla="*/ 361750 w 723518"/>
              <a:gd name="csY2" fmla="*/ 723519 h 723519"/>
              <a:gd name="csX3" fmla="*/ 723519 w 723518"/>
              <a:gd name="csY3" fmla="*/ 361769 h 723519"/>
              <a:gd name="csX4" fmla="*/ 723519 w 723518"/>
              <a:gd name="csY4" fmla="*/ 361731 h 723519"/>
              <a:gd name="csX5" fmla="*/ 362055 w 723518"/>
              <a:gd name="csY5" fmla="*/ 0 h 723519"/>
              <a:gd name="csX6" fmla="*/ 361769 w 723518"/>
              <a:gd name="csY6" fmla="*/ 0 h 723519"/>
              <a:gd name="csX7" fmla="*/ 457476 w 723518"/>
              <a:gd name="csY7" fmla="*/ 471792 h 723519"/>
              <a:gd name="csX8" fmla="*/ 430425 w 723518"/>
              <a:gd name="csY8" fmla="*/ 501520 h 723519"/>
              <a:gd name="csX9" fmla="*/ 390744 w 723518"/>
              <a:gd name="csY9" fmla="*/ 519703 h 723519"/>
              <a:gd name="csX10" fmla="*/ 343119 w 723518"/>
              <a:gd name="csY10" fmla="*/ 525875 h 723519"/>
              <a:gd name="csX11" fmla="*/ 294732 w 723518"/>
              <a:gd name="csY11" fmla="*/ 521599 h 723519"/>
              <a:gd name="csX12" fmla="*/ 256470 w 723518"/>
              <a:gd name="csY12" fmla="*/ 508797 h 723519"/>
              <a:gd name="csX13" fmla="*/ 256470 w 723518"/>
              <a:gd name="csY13" fmla="*/ 460058 h 723519"/>
              <a:gd name="csX14" fmla="*/ 298380 w 723518"/>
              <a:gd name="csY14" fmla="*/ 479355 h 723519"/>
              <a:gd name="csX15" fmla="*/ 344700 w 723518"/>
              <a:gd name="csY15" fmla="*/ 485680 h 723519"/>
              <a:gd name="csX16" fmla="*/ 367160 w 723518"/>
              <a:gd name="csY16" fmla="*/ 483461 h 723519"/>
              <a:gd name="csX17" fmla="*/ 389468 w 723518"/>
              <a:gd name="csY17" fmla="*/ 475402 h 723519"/>
              <a:gd name="csX18" fmla="*/ 406546 w 723518"/>
              <a:gd name="csY18" fmla="*/ 459429 h 723519"/>
              <a:gd name="csX19" fmla="*/ 413328 w 723518"/>
              <a:gd name="csY19" fmla="*/ 433816 h 723519"/>
              <a:gd name="csX20" fmla="*/ 406860 w 723518"/>
              <a:gd name="csY20" fmla="*/ 407403 h 723519"/>
              <a:gd name="csX21" fmla="*/ 388830 w 723518"/>
              <a:gd name="csY21" fmla="*/ 389696 h 723519"/>
              <a:gd name="csX22" fmla="*/ 361636 w 723518"/>
              <a:gd name="csY22" fmla="*/ 379733 h 723519"/>
              <a:gd name="csX23" fmla="*/ 327622 w 723518"/>
              <a:gd name="csY23" fmla="*/ 376571 h 723519"/>
              <a:gd name="csX24" fmla="*/ 298228 w 723518"/>
              <a:gd name="csY24" fmla="*/ 376571 h 723519"/>
              <a:gd name="csX25" fmla="*/ 298228 w 723518"/>
              <a:gd name="csY25" fmla="*/ 336090 h 723519"/>
              <a:gd name="csX26" fmla="*/ 326060 w 723518"/>
              <a:gd name="csY26" fmla="*/ 336090 h 723519"/>
              <a:gd name="csX27" fmla="*/ 356273 w 723518"/>
              <a:gd name="csY27" fmla="*/ 333232 h 723519"/>
              <a:gd name="csX28" fmla="*/ 379990 w 723518"/>
              <a:gd name="csY28" fmla="*/ 323907 h 723519"/>
              <a:gd name="csX29" fmla="*/ 395488 w 723518"/>
              <a:gd name="csY29" fmla="*/ 307296 h 723519"/>
              <a:gd name="csX30" fmla="*/ 401022 w 723518"/>
              <a:gd name="csY30" fmla="*/ 282635 h 723519"/>
              <a:gd name="csX31" fmla="*/ 395811 w 723518"/>
              <a:gd name="csY31" fmla="*/ 260337 h 723519"/>
              <a:gd name="csX32" fmla="*/ 382476 w 723518"/>
              <a:gd name="csY32" fmla="*/ 246736 h 723519"/>
              <a:gd name="csX33" fmla="*/ 364912 w 723518"/>
              <a:gd name="csY33" fmla="*/ 239935 h 723519"/>
              <a:gd name="csX34" fmla="*/ 346577 w 723518"/>
              <a:gd name="csY34" fmla="*/ 238030 h 723519"/>
              <a:gd name="csX35" fmla="*/ 307353 w 723518"/>
              <a:gd name="csY35" fmla="*/ 243745 h 723519"/>
              <a:gd name="csX36" fmla="*/ 270034 w 723518"/>
              <a:gd name="csY36" fmla="*/ 260814 h 723519"/>
              <a:gd name="csX37" fmla="*/ 270034 w 723518"/>
              <a:gd name="csY37" fmla="*/ 215941 h 723519"/>
              <a:gd name="csX38" fmla="*/ 307610 w 723518"/>
              <a:gd name="csY38" fmla="*/ 202178 h 723519"/>
              <a:gd name="csX39" fmla="*/ 351082 w 723518"/>
              <a:gd name="csY39" fmla="*/ 197596 h 723519"/>
              <a:gd name="csX40" fmla="*/ 389839 w 723518"/>
              <a:gd name="csY40" fmla="*/ 202178 h 723519"/>
              <a:gd name="csX41" fmla="*/ 423177 w 723518"/>
              <a:gd name="csY41" fmla="*/ 216256 h 723519"/>
              <a:gd name="csX42" fmla="*/ 446427 w 723518"/>
              <a:gd name="csY42" fmla="*/ 240287 h 723519"/>
              <a:gd name="csX43" fmla="*/ 455114 w 723518"/>
              <a:gd name="csY43" fmla="*/ 274758 h 723519"/>
              <a:gd name="csX44" fmla="*/ 436940 w 723518"/>
              <a:gd name="csY44" fmla="*/ 326631 h 723519"/>
              <a:gd name="csX45" fmla="*/ 387125 w 723518"/>
              <a:gd name="csY45" fmla="*/ 354140 h 723519"/>
              <a:gd name="csX46" fmla="*/ 417166 w 723518"/>
              <a:gd name="csY46" fmla="*/ 361760 h 723519"/>
              <a:gd name="csX47" fmla="*/ 442951 w 723518"/>
              <a:gd name="csY47" fmla="*/ 377733 h 723519"/>
              <a:gd name="csX48" fmla="*/ 460810 w 723518"/>
              <a:gd name="csY48" fmla="*/ 401136 h 723519"/>
              <a:gd name="csX49" fmla="*/ 467477 w 723518"/>
              <a:gd name="csY49" fmla="*/ 430711 h 723519"/>
              <a:gd name="csX50" fmla="*/ 457476 w 723518"/>
              <a:gd name="csY50" fmla="*/ 471792 h 7235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723518" h="723519">
                <a:moveTo>
                  <a:pt x="361769" y="0"/>
                </a:moveTo>
                <a:cubicBezTo>
                  <a:pt x="161975" y="-5"/>
                  <a:pt x="6" y="161956"/>
                  <a:pt x="0" y="361750"/>
                </a:cubicBezTo>
                <a:cubicBezTo>
                  <a:pt x="-6" y="561545"/>
                  <a:pt x="161955" y="723513"/>
                  <a:pt x="361750" y="723519"/>
                </a:cubicBezTo>
                <a:cubicBezTo>
                  <a:pt x="561545" y="723524"/>
                  <a:pt x="723513" y="561564"/>
                  <a:pt x="723519" y="361769"/>
                </a:cubicBezTo>
                <a:cubicBezTo>
                  <a:pt x="723519" y="361757"/>
                  <a:pt x="723519" y="361743"/>
                  <a:pt x="723519" y="361731"/>
                </a:cubicBezTo>
                <a:cubicBezTo>
                  <a:pt x="723592" y="162026"/>
                  <a:pt x="561760" y="73"/>
                  <a:pt x="362055" y="0"/>
                </a:cubicBezTo>
                <a:cubicBezTo>
                  <a:pt x="361960" y="0"/>
                  <a:pt x="361864" y="0"/>
                  <a:pt x="361769" y="0"/>
                </a:cubicBezTo>
                <a:close/>
                <a:moveTo>
                  <a:pt x="457476" y="471792"/>
                </a:moveTo>
                <a:cubicBezTo>
                  <a:pt x="450821" y="483618"/>
                  <a:pt x="441572" y="493782"/>
                  <a:pt x="430425" y="501520"/>
                </a:cubicBezTo>
                <a:cubicBezTo>
                  <a:pt x="418360" y="509849"/>
                  <a:pt x="404930" y="516002"/>
                  <a:pt x="390744" y="519703"/>
                </a:cubicBezTo>
                <a:cubicBezTo>
                  <a:pt x="375215" y="523877"/>
                  <a:pt x="359198" y="525953"/>
                  <a:pt x="343119" y="525875"/>
                </a:cubicBezTo>
                <a:cubicBezTo>
                  <a:pt x="326893" y="525932"/>
                  <a:pt x="310697" y="524500"/>
                  <a:pt x="294732" y="521599"/>
                </a:cubicBezTo>
                <a:cubicBezTo>
                  <a:pt x="281366" y="519445"/>
                  <a:pt x="268441" y="515121"/>
                  <a:pt x="256470" y="508797"/>
                </a:cubicBezTo>
                <a:lnTo>
                  <a:pt x="256470" y="460058"/>
                </a:lnTo>
                <a:cubicBezTo>
                  <a:pt x="269181" y="468931"/>
                  <a:pt x="283374" y="475466"/>
                  <a:pt x="298380" y="479355"/>
                </a:cubicBezTo>
                <a:cubicBezTo>
                  <a:pt x="313475" y="483490"/>
                  <a:pt x="329050" y="485617"/>
                  <a:pt x="344700" y="485680"/>
                </a:cubicBezTo>
                <a:cubicBezTo>
                  <a:pt x="352239" y="485627"/>
                  <a:pt x="359757" y="484884"/>
                  <a:pt x="367160" y="483461"/>
                </a:cubicBezTo>
                <a:cubicBezTo>
                  <a:pt x="374997" y="482052"/>
                  <a:pt x="382540" y="479328"/>
                  <a:pt x="389468" y="475402"/>
                </a:cubicBezTo>
                <a:cubicBezTo>
                  <a:pt x="396330" y="471486"/>
                  <a:pt x="402180" y="466015"/>
                  <a:pt x="406546" y="459429"/>
                </a:cubicBezTo>
                <a:cubicBezTo>
                  <a:pt x="411320" y="451763"/>
                  <a:pt x="413682" y="442840"/>
                  <a:pt x="413328" y="433816"/>
                </a:cubicBezTo>
                <a:cubicBezTo>
                  <a:pt x="413607" y="424588"/>
                  <a:pt x="411371" y="415459"/>
                  <a:pt x="406860" y="407403"/>
                </a:cubicBezTo>
                <a:cubicBezTo>
                  <a:pt x="402457" y="400061"/>
                  <a:pt x="396250" y="393965"/>
                  <a:pt x="388830" y="389696"/>
                </a:cubicBezTo>
                <a:cubicBezTo>
                  <a:pt x="380382" y="384887"/>
                  <a:pt x="371191" y="381520"/>
                  <a:pt x="361636" y="379733"/>
                </a:cubicBezTo>
                <a:cubicBezTo>
                  <a:pt x="350430" y="377554"/>
                  <a:pt x="339037" y="376495"/>
                  <a:pt x="327622" y="376571"/>
                </a:cubicBezTo>
                <a:lnTo>
                  <a:pt x="298228" y="376571"/>
                </a:lnTo>
                <a:lnTo>
                  <a:pt x="298228" y="336090"/>
                </a:lnTo>
                <a:lnTo>
                  <a:pt x="326060" y="336090"/>
                </a:lnTo>
                <a:cubicBezTo>
                  <a:pt x="336202" y="336164"/>
                  <a:pt x="346325" y="335207"/>
                  <a:pt x="356273" y="333232"/>
                </a:cubicBezTo>
                <a:cubicBezTo>
                  <a:pt x="364693" y="331638"/>
                  <a:pt x="372739" y="328474"/>
                  <a:pt x="379990" y="323907"/>
                </a:cubicBezTo>
                <a:cubicBezTo>
                  <a:pt x="386469" y="319759"/>
                  <a:pt x="391799" y="314047"/>
                  <a:pt x="395488" y="307296"/>
                </a:cubicBezTo>
                <a:cubicBezTo>
                  <a:pt x="399380" y="299673"/>
                  <a:pt x="401284" y="291191"/>
                  <a:pt x="401022" y="282635"/>
                </a:cubicBezTo>
                <a:cubicBezTo>
                  <a:pt x="401339" y="274868"/>
                  <a:pt x="399539" y="267160"/>
                  <a:pt x="395811" y="260337"/>
                </a:cubicBezTo>
                <a:cubicBezTo>
                  <a:pt x="392555" y="254774"/>
                  <a:pt x="387974" y="250102"/>
                  <a:pt x="382476" y="246736"/>
                </a:cubicBezTo>
                <a:cubicBezTo>
                  <a:pt x="377066" y="243456"/>
                  <a:pt x="371121" y="241154"/>
                  <a:pt x="364912" y="239935"/>
                </a:cubicBezTo>
                <a:cubicBezTo>
                  <a:pt x="358878" y="238697"/>
                  <a:pt x="352736" y="238058"/>
                  <a:pt x="346577" y="238030"/>
                </a:cubicBezTo>
                <a:cubicBezTo>
                  <a:pt x="333304" y="238153"/>
                  <a:pt x="320109" y="240076"/>
                  <a:pt x="307353" y="243745"/>
                </a:cubicBezTo>
                <a:cubicBezTo>
                  <a:pt x="294062" y="247351"/>
                  <a:pt x="281454" y="253117"/>
                  <a:pt x="270034" y="260814"/>
                </a:cubicBezTo>
                <a:lnTo>
                  <a:pt x="270034" y="215941"/>
                </a:lnTo>
                <a:cubicBezTo>
                  <a:pt x="281875" y="209666"/>
                  <a:pt x="294517" y="205036"/>
                  <a:pt x="307610" y="202178"/>
                </a:cubicBezTo>
                <a:cubicBezTo>
                  <a:pt x="321888" y="199054"/>
                  <a:pt x="336467" y="197518"/>
                  <a:pt x="351082" y="197596"/>
                </a:cubicBezTo>
                <a:cubicBezTo>
                  <a:pt x="364138" y="197572"/>
                  <a:pt x="377149" y="199111"/>
                  <a:pt x="389839" y="202178"/>
                </a:cubicBezTo>
                <a:cubicBezTo>
                  <a:pt x="401669" y="204946"/>
                  <a:pt x="412943" y="209706"/>
                  <a:pt x="423177" y="216256"/>
                </a:cubicBezTo>
                <a:cubicBezTo>
                  <a:pt x="432670" y="222374"/>
                  <a:pt x="440627" y="230597"/>
                  <a:pt x="446427" y="240287"/>
                </a:cubicBezTo>
                <a:cubicBezTo>
                  <a:pt x="452420" y="250768"/>
                  <a:pt x="455425" y="262690"/>
                  <a:pt x="455114" y="274758"/>
                </a:cubicBezTo>
                <a:cubicBezTo>
                  <a:pt x="455868" y="293730"/>
                  <a:pt x="449370" y="312278"/>
                  <a:pt x="436940" y="326631"/>
                </a:cubicBezTo>
                <a:cubicBezTo>
                  <a:pt x="423629" y="340796"/>
                  <a:pt x="406203" y="350419"/>
                  <a:pt x="387125" y="354140"/>
                </a:cubicBezTo>
                <a:cubicBezTo>
                  <a:pt x="397455" y="355207"/>
                  <a:pt x="407576" y="357774"/>
                  <a:pt x="417166" y="361760"/>
                </a:cubicBezTo>
                <a:cubicBezTo>
                  <a:pt x="426593" y="365607"/>
                  <a:pt x="435309" y="371005"/>
                  <a:pt x="442951" y="377733"/>
                </a:cubicBezTo>
                <a:cubicBezTo>
                  <a:pt x="450369" y="384299"/>
                  <a:pt x="456435" y="392248"/>
                  <a:pt x="460810" y="401136"/>
                </a:cubicBezTo>
                <a:cubicBezTo>
                  <a:pt x="465303" y="410341"/>
                  <a:pt x="467586" y="420468"/>
                  <a:pt x="467477" y="430711"/>
                </a:cubicBezTo>
                <a:cubicBezTo>
                  <a:pt x="467777" y="445042"/>
                  <a:pt x="464329" y="459202"/>
                  <a:pt x="457476" y="471792"/>
                </a:cubicBezTo>
                <a:close/>
              </a:path>
            </a:pathLst>
          </a:custGeom>
          <a:solidFill>
            <a:schemeClr val="bg2"/>
          </a:solidFill>
          <a:ln w="9525" cap="flat">
            <a:noFill/>
            <a:prstDash val="solid"/>
            <a:miter/>
          </a:ln>
        </p:spPr>
        <p:txBody>
          <a:bodyPr/>
          <a:lstStyle/>
          <a:p>
            <a:endParaRPr lang="en-US"/>
          </a:p>
        </p:txBody>
      </p:sp>
      <p:sp>
        <p:nvSpPr>
          <p:cNvPr id="43" name="Graphic 36" descr="Badge 1 with solid fill">
            <a:extLst>
              <a:ext uri="{FF2B5EF4-FFF2-40B4-BE49-F238E27FC236}">
                <a16:creationId xmlns:a16="http://schemas.microsoft.com/office/drawing/2014/main" id="{06EE9BB0-643E-EA6E-A0E6-1DCB241822EF}"/>
              </a:ext>
            </a:extLst>
          </p:cNvPr>
          <p:cNvSpPr/>
          <p:nvPr/>
        </p:nvSpPr>
        <p:spPr>
          <a:xfrm>
            <a:off x="2051667" y="2126201"/>
            <a:ext cx="365760" cy="365760"/>
          </a:xfrm>
          <a:custGeom>
            <a:avLst/>
            <a:gdLst>
              <a:gd name="csX0" fmla="*/ 361750 w 723499"/>
              <a:gd name="csY0" fmla="*/ 0 h 723500"/>
              <a:gd name="csX1" fmla="*/ 0 w 723499"/>
              <a:gd name="csY1" fmla="*/ 361750 h 723500"/>
              <a:gd name="csX2" fmla="*/ 361750 w 723499"/>
              <a:gd name="csY2" fmla="*/ 723500 h 723500"/>
              <a:gd name="csX3" fmla="*/ 723500 w 723499"/>
              <a:gd name="csY3" fmla="*/ 361750 h 723500"/>
              <a:gd name="csX4" fmla="*/ 723500 w 723499"/>
              <a:gd name="csY4" fmla="*/ 361712 h 723500"/>
              <a:gd name="csX5" fmla="*/ 362036 w 723499"/>
              <a:gd name="csY5" fmla="*/ 0 h 723500"/>
              <a:gd name="csX6" fmla="*/ 361750 w 723499"/>
              <a:gd name="csY6" fmla="*/ 0 h 723500"/>
              <a:gd name="csX7" fmla="*/ 401431 w 723499"/>
              <a:gd name="csY7" fmla="*/ 515303 h 723500"/>
              <a:gd name="csX8" fmla="*/ 346405 w 723499"/>
              <a:gd name="csY8" fmla="*/ 515303 h 723500"/>
              <a:gd name="csX9" fmla="*/ 346405 w 723499"/>
              <a:gd name="csY9" fmla="*/ 252498 h 723500"/>
              <a:gd name="csX10" fmla="*/ 331689 w 723499"/>
              <a:gd name="csY10" fmla="*/ 261671 h 723500"/>
              <a:gd name="csX11" fmla="*/ 315725 w 723499"/>
              <a:gd name="csY11" fmla="*/ 269577 h 723500"/>
              <a:gd name="csX12" fmla="*/ 297066 w 723499"/>
              <a:gd name="csY12" fmla="*/ 276063 h 723500"/>
              <a:gd name="csX13" fmla="*/ 275558 w 723499"/>
              <a:gd name="csY13" fmla="*/ 281912 h 723500"/>
              <a:gd name="csX14" fmla="*/ 275558 w 723499"/>
              <a:gd name="csY14" fmla="*/ 237954 h 723500"/>
              <a:gd name="csX15" fmla="*/ 289941 w 723499"/>
              <a:gd name="csY15" fmla="*/ 233524 h 723500"/>
              <a:gd name="csX16" fmla="*/ 302762 w 723499"/>
              <a:gd name="csY16" fmla="*/ 229095 h 723500"/>
              <a:gd name="csX17" fmla="*/ 315411 w 723499"/>
              <a:gd name="csY17" fmla="*/ 223876 h 723500"/>
              <a:gd name="csX18" fmla="*/ 328060 w 723499"/>
              <a:gd name="csY18" fmla="*/ 218656 h 723500"/>
              <a:gd name="csX19" fmla="*/ 340224 w 723499"/>
              <a:gd name="csY19" fmla="*/ 212331 h 723500"/>
              <a:gd name="csX20" fmla="*/ 352415 w 723499"/>
              <a:gd name="csY20" fmla="*/ 205664 h 723500"/>
              <a:gd name="csX21" fmla="*/ 365531 w 723499"/>
              <a:gd name="csY21" fmla="*/ 198044 h 723500"/>
              <a:gd name="csX22" fmla="*/ 378666 w 723499"/>
              <a:gd name="csY22" fmla="*/ 190424 h 723500"/>
              <a:gd name="csX23" fmla="*/ 401431 w 723499"/>
              <a:gd name="csY23" fmla="*/ 190424 h 723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723499" h="723500">
                <a:moveTo>
                  <a:pt x="361750" y="0"/>
                </a:moveTo>
                <a:cubicBezTo>
                  <a:pt x="161961" y="0"/>
                  <a:pt x="0" y="161961"/>
                  <a:pt x="0" y="361750"/>
                </a:cubicBezTo>
                <a:cubicBezTo>
                  <a:pt x="0" y="561539"/>
                  <a:pt x="161961" y="723500"/>
                  <a:pt x="361750" y="723500"/>
                </a:cubicBezTo>
                <a:cubicBezTo>
                  <a:pt x="561539" y="723500"/>
                  <a:pt x="723500" y="561539"/>
                  <a:pt x="723500" y="361750"/>
                </a:cubicBezTo>
                <a:cubicBezTo>
                  <a:pt x="723500" y="361738"/>
                  <a:pt x="723500" y="361724"/>
                  <a:pt x="723500" y="361712"/>
                </a:cubicBezTo>
                <a:cubicBezTo>
                  <a:pt x="723569" y="162013"/>
                  <a:pt x="561735" y="69"/>
                  <a:pt x="362036" y="0"/>
                </a:cubicBezTo>
                <a:cubicBezTo>
                  <a:pt x="361940" y="0"/>
                  <a:pt x="361845" y="0"/>
                  <a:pt x="361750" y="0"/>
                </a:cubicBezTo>
                <a:close/>
                <a:moveTo>
                  <a:pt x="401431" y="515303"/>
                </a:moveTo>
                <a:lnTo>
                  <a:pt x="346405" y="515303"/>
                </a:lnTo>
                <a:lnTo>
                  <a:pt x="346405" y="252498"/>
                </a:lnTo>
                <a:cubicBezTo>
                  <a:pt x="341757" y="255673"/>
                  <a:pt x="336852" y="258731"/>
                  <a:pt x="331689" y="261671"/>
                </a:cubicBezTo>
                <a:cubicBezTo>
                  <a:pt x="326529" y="264621"/>
                  <a:pt x="321198" y="267260"/>
                  <a:pt x="315725" y="269577"/>
                </a:cubicBezTo>
                <a:cubicBezTo>
                  <a:pt x="309807" y="271901"/>
                  <a:pt x="303587" y="274063"/>
                  <a:pt x="297066" y="276063"/>
                </a:cubicBezTo>
                <a:cubicBezTo>
                  <a:pt x="290544" y="278063"/>
                  <a:pt x="283375" y="280013"/>
                  <a:pt x="275558" y="281912"/>
                </a:cubicBezTo>
                <a:lnTo>
                  <a:pt x="275558" y="237954"/>
                </a:lnTo>
                <a:cubicBezTo>
                  <a:pt x="280828" y="236474"/>
                  <a:pt x="285623" y="234998"/>
                  <a:pt x="289941" y="233524"/>
                </a:cubicBezTo>
                <a:cubicBezTo>
                  <a:pt x="294259" y="232051"/>
                  <a:pt x="298533" y="230575"/>
                  <a:pt x="302762" y="229095"/>
                </a:cubicBezTo>
                <a:cubicBezTo>
                  <a:pt x="306962" y="227409"/>
                  <a:pt x="311191" y="225676"/>
                  <a:pt x="315411" y="223876"/>
                </a:cubicBezTo>
                <a:cubicBezTo>
                  <a:pt x="319630" y="222075"/>
                  <a:pt x="323840" y="220351"/>
                  <a:pt x="328060" y="218656"/>
                </a:cubicBezTo>
                <a:cubicBezTo>
                  <a:pt x="332061" y="216548"/>
                  <a:pt x="336115" y="214439"/>
                  <a:pt x="340224" y="212331"/>
                </a:cubicBezTo>
                <a:cubicBezTo>
                  <a:pt x="344332" y="210224"/>
                  <a:pt x="348396" y="208000"/>
                  <a:pt x="352415" y="205664"/>
                </a:cubicBezTo>
                <a:cubicBezTo>
                  <a:pt x="356861" y="203352"/>
                  <a:pt x="361233" y="200813"/>
                  <a:pt x="365531" y="198044"/>
                </a:cubicBezTo>
                <a:cubicBezTo>
                  <a:pt x="369830" y="195275"/>
                  <a:pt x="374209" y="192736"/>
                  <a:pt x="378666" y="190424"/>
                </a:cubicBezTo>
                <a:lnTo>
                  <a:pt x="401431" y="190424"/>
                </a:lnTo>
                <a:close/>
              </a:path>
            </a:pathLst>
          </a:custGeom>
          <a:solidFill>
            <a:schemeClr val="bg2"/>
          </a:solidFill>
          <a:ln w="9525" cap="flat">
            <a:noFill/>
            <a:prstDash val="solid"/>
            <a:miter/>
          </a:ln>
        </p:spPr>
        <p:txBody>
          <a:bodyPr/>
          <a:lstStyle/>
          <a:p>
            <a:endParaRPr lang="en-US" dirty="0"/>
          </a:p>
        </p:txBody>
      </p:sp>
      <p:sp>
        <p:nvSpPr>
          <p:cNvPr id="44" name="Text Placeholder 4">
            <a:extLst>
              <a:ext uri="{FF2B5EF4-FFF2-40B4-BE49-F238E27FC236}">
                <a16:creationId xmlns:a16="http://schemas.microsoft.com/office/drawing/2014/main" id="{E3B8BA6E-5EEE-F5E8-E41A-7CB858EE3E8F}"/>
              </a:ext>
            </a:extLst>
          </p:cNvPr>
          <p:cNvSpPr txBox="1">
            <a:spLocks/>
          </p:cNvSpPr>
          <p:nvPr/>
        </p:nvSpPr>
        <p:spPr>
          <a:xfrm>
            <a:off x="476745" y="980728"/>
            <a:ext cx="11091863" cy="246062"/>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i="1" dirty="0">
                <a:solidFill>
                  <a:schemeClr val="accent2"/>
                </a:solidFill>
              </a:rPr>
              <a:t>Enhancing intelligence, learning experience, and readiness outcomes over time</a:t>
            </a:r>
          </a:p>
        </p:txBody>
      </p:sp>
      <p:sp>
        <p:nvSpPr>
          <p:cNvPr id="45" name="Title 5">
            <a:extLst>
              <a:ext uri="{FF2B5EF4-FFF2-40B4-BE49-F238E27FC236}">
                <a16:creationId xmlns:a16="http://schemas.microsoft.com/office/drawing/2014/main" id="{E2ED60B9-2797-CE03-CAC4-4A5761FFADDD}"/>
              </a:ext>
            </a:extLst>
          </p:cNvPr>
          <p:cNvSpPr txBox="1">
            <a:spLocks/>
          </p:cNvSpPr>
          <p:nvPr/>
        </p:nvSpPr>
        <p:spPr>
          <a:xfrm>
            <a:off x="476745" y="116632"/>
            <a:ext cx="11091863" cy="930275"/>
          </a:xfrm>
          <a:prstGeom prst="rect">
            <a:avLst/>
          </a:prstGeom>
        </p:spPr>
        <p:txBody>
          <a:bodyPr vert="horz" lIns="0" tIns="0" rIns="0" bIns="126000" rtlCol="0" anchor="b"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a:lstStyle>
          <a:p>
            <a:r>
              <a:rPr lang="en-US" sz="3600" dirty="0">
                <a:solidFill>
                  <a:schemeClr val="bg2"/>
                </a:solidFill>
              </a:rPr>
              <a:t>What Comes Next for </a:t>
            </a:r>
            <a:r>
              <a:rPr lang="en-US" sz="3600" dirty="0" err="1">
                <a:solidFill>
                  <a:schemeClr val="bg2"/>
                </a:solidFill>
              </a:rPr>
              <a:t>Ascendra</a:t>
            </a:r>
            <a:r>
              <a:rPr lang="en-US" sz="3600" dirty="0">
                <a:solidFill>
                  <a:schemeClr val="bg2"/>
                </a:solidFill>
              </a:rPr>
              <a:t>?</a:t>
            </a:r>
          </a:p>
        </p:txBody>
      </p:sp>
    </p:spTree>
    <p:extLst>
      <p:ext uri="{BB962C8B-B14F-4D97-AF65-F5344CB8AC3E}">
        <p14:creationId xmlns:p14="http://schemas.microsoft.com/office/powerpoint/2010/main" val="1176667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FE21005D-7555-A5DB-3D37-AEBC58177542}"/>
              </a:ext>
            </a:extLst>
          </p:cNvPr>
          <p:cNvSpPr txBox="1">
            <a:spLocks/>
          </p:cNvSpPr>
          <p:nvPr/>
        </p:nvSpPr>
        <p:spPr>
          <a:xfrm>
            <a:off x="2495600" y="1666724"/>
            <a:ext cx="6480175" cy="167798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a:lstStyle>
          <a:p>
            <a:pPr>
              <a:defRPr/>
            </a:pPr>
            <a:r>
              <a:rPr lang="en-US" sz="9600">
                <a:solidFill>
                  <a:srgbClr val="FFFFFF"/>
                </a:solidFill>
                <a:latin typeface="+mn-lt"/>
              </a:rPr>
              <a:t>	Thank</a:t>
            </a:r>
            <a:br>
              <a:rPr lang="en-US" sz="9600">
                <a:solidFill>
                  <a:srgbClr val="FFFFFF"/>
                </a:solidFill>
                <a:latin typeface="+mn-lt"/>
              </a:rPr>
            </a:br>
            <a:r>
              <a:rPr lang="en-US" sz="9600">
                <a:solidFill>
                  <a:srgbClr val="FFFFFF"/>
                </a:solidFill>
                <a:latin typeface="+mn-lt"/>
              </a:rPr>
              <a:t>		 	 you.</a:t>
            </a:r>
            <a:br>
              <a:rPr lang="en-US" sz="9600">
                <a:solidFill>
                  <a:srgbClr val="FFFFFF"/>
                </a:solidFill>
                <a:latin typeface="+mn-lt"/>
              </a:rPr>
            </a:br>
            <a:endParaRPr lang="en-US" sz="9600">
              <a:solidFill>
                <a:srgbClr val="1DB6F3"/>
              </a:solidFill>
              <a:latin typeface="+mn-lt"/>
            </a:endParaRPr>
          </a:p>
        </p:txBody>
      </p:sp>
      <p:sp>
        <p:nvSpPr>
          <p:cNvPr id="3" name="Text Placeholder 4">
            <a:extLst>
              <a:ext uri="{FF2B5EF4-FFF2-40B4-BE49-F238E27FC236}">
                <a16:creationId xmlns:a16="http://schemas.microsoft.com/office/drawing/2014/main" id="{D4632E11-1291-7A48-64C6-AEB76A2C966E}"/>
              </a:ext>
            </a:extLst>
          </p:cNvPr>
          <p:cNvSpPr txBox="1">
            <a:spLocks/>
          </p:cNvSpPr>
          <p:nvPr/>
        </p:nvSpPr>
        <p:spPr>
          <a:xfrm>
            <a:off x="5493330" y="5083326"/>
            <a:ext cx="3482445" cy="519762"/>
          </a:xfrm>
          <a:prstGeom prst="rect">
            <a:avLst/>
          </a:prstGeom>
        </p:spPr>
        <p:txBody>
          <a:bodyPr wrap="none" lIns="0" tIns="0" rIns="0" bIns="0" anchor="ctr" anchorCtr="0">
            <a:noAutofit/>
          </a:bodyPr>
          <a:lstStyle>
            <a:defPPr>
              <a:defRPr lang="pt-PT"/>
            </a:defPPr>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kumimoji="0" lang="en-PL" sz="800" b="0" i="0" u="none" strike="noStrike" kern="1200" cap="none" spc="0" normalizeH="0" baseline="0">
                <a:ln>
                  <a:noFill/>
                </a:ln>
                <a:solidFill>
                  <a:srgbClr val="FFFFFF">
                    <a:lumMod val="65000"/>
                  </a:srgbClr>
                </a:solidFill>
                <a:effectLst/>
                <a:uLnTx/>
                <a:uFillTx/>
                <a:latin typeface="Ubuntu"/>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54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rPr>
              <a:t>Make it </a:t>
            </a:r>
            <a:r>
              <a:rPr kumimoji="0" lang="en-US" sz="5400" b="0" i="0" u="none" strike="noStrike" kern="1200" cap="none" spc="0" normalizeH="0" baseline="0" noProof="0" dirty="0">
                <a:ln>
                  <a:noFill/>
                </a:ln>
                <a:solidFill>
                  <a:srgbClr val="1DB6F3"/>
                </a:solidFill>
                <a:effectLst/>
                <a:uLnTx/>
                <a:uFillTx/>
                <a:latin typeface="Ubuntu Light" panose="020B0304030602030204" pitchFamily="34" charset="0"/>
                <a:ea typeface="+mn-ea"/>
                <a:cs typeface="+mn-cs"/>
              </a:rPr>
              <a:t>real.</a:t>
            </a:r>
          </a:p>
        </p:txBody>
      </p:sp>
      <p:sp>
        <p:nvSpPr>
          <p:cNvPr id="4" name="Rectangle 3">
            <a:extLst>
              <a:ext uri="{FF2B5EF4-FFF2-40B4-BE49-F238E27FC236}">
                <a16:creationId xmlns:a16="http://schemas.microsoft.com/office/drawing/2014/main" id="{6D13AAFA-7EDE-1E5E-AC84-AAE8A388389C}"/>
              </a:ext>
              <a:ext uri="{C183D7F6-B498-43B3-948B-1728B52AA6E4}">
                <adec:decorative xmlns:adec="http://schemas.microsoft.com/office/drawing/2017/decorative" val="1"/>
              </a:ext>
            </a:extLst>
          </p:cNvPr>
          <p:cNvSpPr/>
          <p:nvPr/>
        </p:nvSpPr>
        <p:spPr>
          <a:xfrm>
            <a:off x="-2977008" y="2164029"/>
            <a:ext cx="6096000" cy="607725"/>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Ubuntu"/>
              <a:ea typeface="+mn-ea"/>
              <a:cs typeface="+mn-cs"/>
            </a:endParaRPr>
          </a:p>
        </p:txBody>
      </p:sp>
      <p:sp>
        <p:nvSpPr>
          <p:cNvPr id="5" name="Rectangle 4">
            <a:extLst>
              <a:ext uri="{FF2B5EF4-FFF2-40B4-BE49-F238E27FC236}">
                <a16:creationId xmlns:a16="http://schemas.microsoft.com/office/drawing/2014/main" id="{1637B839-A2F6-A714-B95F-73665D71F50A}"/>
              </a:ext>
              <a:ext uri="{C183D7F6-B498-43B3-948B-1728B52AA6E4}">
                <adec:decorative xmlns:adec="http://schemas.microsoft.com/office/drawing/2017/decorative" val="1"/>
              </a:ext>
            </a:extLst>
          </p:cNvPr>
          <p:cNvSpPr/>
          <p:nvPr/>
        </p:nvSpPr>
        <p:spPr>
          <a:xfrm>
            <a:off x="9552384" y="5021490"/>
            <a:ext cx="6096000" cy="607725"/>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000000"/>
              </a:solidFill>
              <a:effectLst/>
              <a:uLnTx/>
              <a:uFillTx/>
              <a:latin typeface="Ubuntu"/>
              <a:ea typeface="+mn-ea"/>
              <a:cs typeface="+mn-cs"/>
            </a:endParaRPr>
          </a:p>
        </p:txBody>
      </p:sp>
      <p:sp>
        <p:nvSpPr>
          <p:cNvPr id="6" name="Speech Bubble: Rectangle with Corners Rounded 4">
            <a:extLst>
              <a:ext uri="{FF2B5EF4-FFF2-40B4-BE49-F238E27FC236}">
                <a16:creationId xmlns:a16="http://schemas.microsoft.com/office/drawing/2014/main" id="{6B773A4E-4DF4-C00F-AEB2-0596EDA53923}"/>
              </a:ext>
              <a:ext uri="{C183D7F6-B498-43B3-948B-1728B52AA6E4}">
                <adec:decorative xmlns:adec="http://schemas.microsoft.com/office/drawing/2017/decorative" val="1"/>
              </a:ext>
            </a:extLst>
          </p:cNvPr>
          <p:cNvSpPr/>
          <p:nvPr/>
        </p:nvSpPr>
        <p:spPr>
          <a:xfrm>
            <a:off x="12443989" y="0"/>
            <a:ext cx="4655291" cy="3429000"/>
          </a:xfrm>
          <a:prstGeom prst="rect">
            <a:avLst/>
          </a:prstGeom>
          <a:solidFill>
            <a:srgbClr val="FFFFFF"/>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Ubuntu"/>
                <a:ea typeface="+mn-ea"/>
                <a:cs typeface="+mn-cs"/>
              </a:rPr>
              <a:t>Impact slides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chemeClr val="tx1"/>
                </a:solidFill>
                <a:effectLst/>
                <a:uLnTx/>
                <a:uFillTx/>
                <a:latin typeface="Ubuntu"/>
                <a:ea typeface="+mn-ea"/>
                <a:cs typeface="+mn-cs"/>
              </a:rPr>
              <a:t>inspirational only</a:t>
            </a:r>
            <a:r>
              <a:rPr kumimoji="0" lang="en-US" sz="1000" b="0" i="0" u="none" strike="noStrike" kern="1200" cap="none" spc="0" normalizeH="0" baseline="0" noProof="0" dirty="0">
                <a:ln>
                  <a:noFill/>
                </a:ln>
                <a:solidFill>
                  <a:schemeClr val="tx1"/>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chemeClr val="tx1"/>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chemeClr val="tx1"/>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2">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chemeClr val="tx1"/>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3">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(Recommended),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4">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chemeClr val="tx1"/>
                </a:solidFill>
                <a:effectLst/>
                <a:uLnTx/>
                <a:uFillTx/>
                <a:latin typeface="Ubuntu"/>
                <a:ea typeface="+mn-ea"/>
                <a:cs typeface="+mn-cs"/>
              </a:rPr>
              <a:t>, </a:t>
            </a:r>
            <a:r>
              <a:rPr kumimoji="0" lang="en-US" sz="1000" b="0" i="0" u="none" strike="noStrike" kern="1200" cap="none" spc="0" normalizeH="0" baseline="0" noProof="0" dirty="0">
                <a:ln>
                  <a:noFill/>
                </a:ln>
                <a:solidFill>
                  <a:schemeClr val="tx1"/>
                </a:solidFill>
                <a:effectLst/>
                <a:uLnTx/>
                <a:uFillTx/>
                <a:latin typeface="Ubuntu"/>
                <a:ea typeface="+mn-ea"/>
                <a:cs typeface="+mn-cs"/>
                <a:hlinkClick r:id="rId5">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chemeClr val="tx1"/>
                </a:solidFill>
                <a:effectLst/>
                <a:uLnTx/>
                <a:uFillTx/>
                <a:latin typeface="Ubuntu"/>
                <a:ea typeface="+mn-ea"/>
                <a:cs typeface="+mn-cs"/>
              </a:rPr>
              <a:t> (check with your M&amp;C design team):</a:t>
            </a:r>
          </a:p>
          <a:p>
            <a:pPr lvl="0">
              <a:spcBef>
                <a:spcPts val="600"/>
              </a:spcBef>
              <a:defRPr/>
            </a:pPr>
            <a:r>
              <a:rPr lang="en-US" sz="1000" b="1" dirty="0">
                <a:solidFill>
                  <a:srgbClr val="000000"/>
                </a:solidFill>
              </a:rPr>
              <a:t>Further examples and inspiration </a:t>
            </a:r>
            <a:r>
              <a:rPr lang="en-US" sz="1000" dirty="0">
                <a:solidFill>
                  <a:srgbClr val="000000"/>
                </a:solidFill>
              </a:rPr>
              <a:t>are available in Extras file in your </a:t>
            </a:r>
            <a:r>
              <a:rPr lang="en-US" sz="1000" dirty="0" err="1">
                <a:solidFill>
                  <a:srgbClr val="000000"/>
                </a:solidFill>
              </a:rPr>
              <a:t>Powerpoint</a:t>
            </a:r>
            <a:br>
              <a:rPr lang="en-US" sz="1000" dirty="0">
                <a:solidFill>
                  <a:srgbClr val="000000"/>
                </a:solidFill>
              </a:rPr>
            </a:br>
            <a:r>
              <a:rPr lang="en-US" sz="1000" dirty="0">
                <a:solidFill>
                  <a:srgbClr val="000000"/>
                </a:solidFill>
              </a:rPr>
              <a:t> -&gt; File -&gt; New from template…</a:t>
            </a:r>
            <a:endParaRPr lang="en-US" sz="1400" dirty="0">
              <a:solidFill>
                <a:srgbClr val="000000"/>
              </a:solidFill>
            </a:endParaRPr>
          </a:p>
        </p:txBody>
      </p:sp>
      <p:pic>
        <p:nvPicPr>
          <p:cNvPr id="7" name="Graphic 6">
            <a:extLst>
              <a:ext uri="{FF2B5EF4-FFF2-40B4-BE49-F238E27FC236}">
                <a16:creationId xmlns:a16="http://schemas.microsoft.com/office/drawing/2014/main" id="{34C6B53D-F905-78BD-7D68-B32F3455DC5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839931" y="371716"/>
            <a:ext cx="2789865" cy="435260"/>
          </a:xfrm>
          <a:prstGeom prst="rect">
            <a:avLst/>
          </a:prstGeom>
        </p:spPr>
      </p:pic>
    </p:spTree>
    <p:extLst>
      <p:ext uri="{BB962C8B-B14F-4D97-AF65-F5344CB8AC3E}">
        <p14:creationId xmlns:p14="http://schemas.microsoft.com/office/powerpoint/2010/main" val="1280358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46B1C5-9C07-85DC-2A14-F09E8BA14242}"/>
              </a:ext>
            </a:extLst>
          </p:cNvPr>
          <p:cNvSpPr>
            <a:spLocks noGrp="1"/>
          </p:cNvSpPr>
          <p:nvPr>
            <p:ph type="dt" sz="half" idx="4294967295"/>
          </p:nvPr>
        </p:nvSpPr>
        <p:spPr>
          <a:xfrm>
            <a:off x="10360025" y="6650038"/>
            <a:ext cx="1831975" cy="123825"/>
          </a:xfrm>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30D5B3C-212E-677A-4AC4-63972E79C198}"/>
              </a:ext>
            </a:extLst>
          </p:cNvPr>
          <p:cNvSpPr>
            <a:spLocks noGrp="1"/>
          </p:cNvSpPr>
          <p:nvPr>
            <p:ph type="ftr" sz="quarter" idx="4294967295"/>
          </p:nvPr>
        </p:nvSpPr>
        <p:spPr>
          <a:xfrm>
            <a:off x="0" y="6650038"/>
            <a:ext cx="4716463" cy="123825"/>
          </a:xfrm>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1C2214-970C-F816-31FD-09991F1AAD75}"/>
              </a:ext>
            </a:extLst>
          </p:cNvPr>
          <p:cNvSpPr>
            <a:spLocks noGrp="1"/>
          </p:cNvSpPr>
          <p:nvPr>
            <p:ph type="sldNum" sz="quarter" idx="4294967295"/>
          </p:nvPr>
        </p:nvSpPr>
        <p:spPr>
          <a:xfrm>
            <a:off x="11958638" y="6650038"/>
            <a:ext cx="233362" cy="123825"/>
          </a:xfrm>
        </p:spPr>
        <p:txBody>
          <a:bodyPr/>
          <a:lstStyle/>
          <a:p>
            <a:pPr algn="r"/>
            <a:fld id="{5D9A5160-6218-4E5A-B9E6-B93E3DAE377C}" type="slidenum">
              <a:rPr lang="en-US" smtClean="0"/>
              <a:pPr algn="r"/>
              <a:t>27</a:t>
            </a:fld>
            <a:endParaRPr lang="en-US"/>
          </a:p>
        </p:txBody>
      </p:sp>
    </p:spTree>
    <p:extLst>
      <p:ext uri="{BB962C8B-B14F-4D97-AF65-F5344CB8AC3E}">
        <p14:creationId xmlns:p14="http://schemas.microsoft.com/office/powerpoint/2010/main" val="41088773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Capgemini_Blue_2025">
  <a:themeElements>
    <a:clrScheme name="Custom 1">
      <a:dk1>
        <a:sysClr val="windowText" lastClr="000000"/>
      </a:dk1>
      <a:lt1>
        <a:srgbClr val="FFFFFF"/>
      </a:lt1>
      <a:dk2>
        <a:srgbClr val="0058AB"/>
      </a:dk2>
      <a:lt2>
        <a:srgbClr val="FFFFFF"/>
      </a:lt2>
      <a:accent1>
        <a:srgbClr val="121A38"/>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472AF13B-0F0F-441F-930B-60595BAFC66B}"/>
    </a:ext>
  </a:extLst>
</a:theme>
</file>

<file path=ppt/theme/theme3.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961BB501-3E1D-4AE4-8E2F-17AD598B66F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Entity xmlns="f1122fed-4606-4ec8-90ef-13536176a38c">Capgemini Group</Entity>
    <Classification xmlns="f1122fed-4606-4ec8-90ef-13536176a38c">Company Confidential (Sec 1)</Classification>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3DB8F1B61B4E349B1D07C13E9DB8DAC" ma:contentTypeVersion="11" ma:contentTypeDescription="Create a new document." ma:contentTypeScope="" ma:versionID="34cdcb86dfdfda93d70ac44bededc47c">
  <xsd:schema xmlns:xsd="http://www.w3.org/2001/XMLSchema" xmlns:xs="http://www.w3.org/2001/XMLSchema" xmlns:p="http://schemas.microsoft.com/office/2006/metadata/properties" xmlns:ns2="f1122fed-4606-4ec8-90ef-13536176a38c" xmlns:ns3="83fd27e2-85d6-4e10-9bbd-a3e555ecf21b" targetNamespace="http://schemas.microsoft.com/office/2006/metadata/properties" ma:root="true" ma:fieldsID="badf19aba4885ab8b401e769447efe52" ns2:_="" ns3:_="">
    <xsd:import namespace="f1122fed-4606-4ec8-90ef-13536176a38c"/>
    <xsd:import namespace="83fd27e2-85d6-4e10-9bbd-a3e555ecf21b"/>
    <xsd:element name="properties">
      <xsd:complexType>
        <xsd:sequence>
          <xsd:element name="documentManagement">
            <xsd:complexType>
              <xsd:all>
                <xsd:element ref="ns2:Entity"/>
                <xsd:element ref="ns2:MediaServiceMetadata" minOccurs="0"/>
                <xsd:element ref="ns2:MediaServiceFastMetadata" minOccurs="0"/>
                <xsd:element ref="ns3:SharedWithUsers" minOccurs="0"/>
                <xsd:element ref="ns3:SharedWithDetails" minOccurs="0"/>
                <xsd:element ref="ns2:Classification"/>
                <xsd:element ref="ns2:MediaServiceAutoTags"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122fed-4606-4ec8-90ef-13536176a38c" elementFormDefault="qualified">
    <xsd:import namespace="http://schemas.microsoft.com/office/2006/documentManagement/types"/>
    <xsd:import namespace="http://schemas.microsoft.com/office/infopath/2007/PartnerControls"/>
    <xsd:element name="Entity" ma:index="8" ma:displayName="Entity" ma:format="RadioButtons" ma:internalName="Entity">
      <xsd:simpleType>
        <xsd:restriction base="dms:Choice">
          <xsd:enumeration value="Capgemini Group"/>
          <xsd:enumeration value="Capgemini Invent"/>
          <xsd:enumeration value="Group IT"/>
          <xsd:enumeration value="Sogeti"/>
          <xsd:enumeration value="Capgemini Engineering"/>
          <xsd:enumeration value="Group Cybersecurity"/>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Classification" ma:index="13" ma:displayName="Classification" ma:description="Data Classification" ma:format="RadioButtons" ma:internalName="Classification">
      <xsd:simpleType>
        <xsd:restriction base="dms:Choice">
          <xsd:enumeration value="Company Public (Sec 0)"/>
          <xsd:enumeration value="Company Confidential (Sec 1)"/>
          <xsd:enumeration value="Company Restricted (Sec 2)"/>
          <xsd:enumeration value="Company Sensitive (Sec 3)"/>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fd27e2-85d6-4e10-9bbd-a3e555ecf21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A0046D-0765-4685-8521-7D1E34B9A377}">
  <ds:schemaRefs>
    <ds:schemaRef ds:uri="http://www.w3.org/XML/1998/namespace"/>
    <ds:schemaRef ds:uri="http://schemas.microsoft.com/office/2006/documentManagement/types"/>
    <ds:schemaRef ds:uri="http://purl.org/dc/dcmitype/"/>
    <ds:schemaRef ds:uri="f1122fed-4606-4ec8-90ef-13536176a38c"/>
    <ds:schemaRef ds:uri="http://purl.org/dc/elements/1.1/"/>
    <ds:schemaRef ds:uri="http://purl.org/dc/terms/"/>
    <ds:schemaRef ds:uri="http://schemas.microsoft.com/office/infopath/2007/PartnerControls"/>
    <ds:schemaRef ds:uri="http://schemas.openxmlformats.org/package/2006/metadata/core-properties"/>
    <ds:schemaRef ds:uri="83fd27e2-85d6-4e10-9bbd-a3e555ecf21b"/>
    <ds:schemaRef ds:uri="http://schemas.microsoft.com/office/2006/metadata/properties"/>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E928E0C9-43F9-4AF9-B962-888EB6B0D8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122fed-4606-4ec8-90ef-13536176a38c"/>
    <ds:schemaRef ds:uri="83fd27e2-85d6-4e10-9bbd-a3e555ecf2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Capgemini-master_Powerpoint-template-10_2025</Template>
  <TotalTime>25712</TotalTime>
  <Words>1807</Words>
  <Application>Microsoft Office PowerPoint</Application>
  <PresentationFormat>Widescreen</PresentationFormat>
  <Paragraphs>310</Paragraphs>
  <Slides>27</Slides>
  <Notes>0</Notes>
  <HiddenSlides>7</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27</vt:i4>
      </vt:variant>
    </vt:vector>
  </HeadingPairs>
  <TitlesOfParts>
    <vt:vector size="37" baseType="lpstr">
      <vt:lpstr>Aptos</vt:lpstr>
      <vt:lpstr>Arial</vt:lpstr>
      <vt:lpstr>Calibri</vt:lpstr>
      <vt:lpstr>System Font Regular</vt:lpstr>
      <vt:lpstr>Ubuntu</vt:lpstr>
      <vt:lpstr>Ubuntu Light</vt:lpstr>
      <vt:lpstr>Ubuntu Medium</vt:lpstr>
      <vt:lpstr>Capgemini_Bright_2025</vt:lpstr>
      <vt:lpstr>Capgemini_Blue_2025</vt:lpstr>
      <vt:lpstr>Capgemini_Dark_2025</vt:lpstr>
      <vt:lpstr>AI‑Driven Skill Intelligence and Learning Enablement System</vt:lpstr>
      <vt:lpstr>Agenda </vt:lpstr>
      <vt:lpstr>Project Context &amp; Objectives</vt:lpstr>
      <vt:lpstr>The Readiness Problem Behind L&amp;D Outcomes</vt:lpstr>
      <vt:lpstr>Why Is Skill Readiness Intelligence Critical?</vt:lpstr>
      <vt:lpstr>Signal Index from Recurring Interview Themes</vt:lpstr>
      <vt:lpstr>AI Agent Development &amp; Intelligence Layer</vt:lpstr>
      <vt:lpstr>AI Agent Build Flow: From Data to UI Experience</vt:lpstr>
      <vt:lpstr>Launching Ascendra : the L&amp;D Intelligence Platform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Agentic AI Backend &amp; Orchestration Flow</vt:lpstr>
      <vt:lpstr>PowerPoint Presentation</vt:lpstr>
      <vt:lpstr>PowerPoint Presentation</vt:lpstr>
      <vt:lpstr>Visualization Demo</vt:lpstr>
      <vt:lpstr>Ascendra – Capgemini L&amp;D Intelligence Platform</vt:lpstr>
      <vt:lpstr>Scalability &amp; Future Scope</vt:lpstr>
      <vt:lpstr>PowerPoint Presentation</vt:lpstr>
      <vt:lpstr>PowerPoint Presentation</vt:lpstr>
      <vt:lpstr>PowerPoint Presentation</vt:lpstr>
      <vt:lpstr>PowerPoint Presentation</vt:lpstr>
      <vt:lpstr>PowerPoint Presentation</vt:lpstr>
    </vt:vector>
  </TitlesOfParts>
  <Manager/>
  <Company>Capgemini</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Banerjee, Rishita</dc:creator>
  <cp:keywords/>
  <dc:description/>
  <cp:lastModifiedBy>Banerjee, Rishita</cp:lastModifiedBy>
  <cp:revision>8</cp:revision>
  <dcterms:created xsi:type="dcterms:W3CDTF">2026-04-16T04:40:24Z</dcterms:created>
  <dcterms:modified xsi:type="dcterms:W3CDTF">2026-05-13T17:42:06Z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0x010100E3DB8F1B61B4E349B1D07C13E9DB8DAC</vt:lpwstr>
  </property>
</Properties>
</file>